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2"/>
  </p:notesMasterIdLst>
  <p:sldIdLst>
    <p:sldId id="257" r:id="rId2"/>
    <p:sldId id="366" r:id="rId3"/>
    <p:sldId id="367" r:id="rId4"/>
    <p:sldId id="368" r:id="rId5"/>
    <p:sldId id="369" r:id="rId6"/>
    <p:sldId id="370" r:id="rId7"/>
    <p:sldId id="261" r:id="rId8"/>
    <p:sldId id="262" r:id="rId9"/>
    <p:sldId id="260" r:id="rId10"/>
    <p:sldId id="263" r:id="rId11"/>
    <p:sldId id="371" r:id="rId12"/>
    <p:sldId id="372" r:id="rId13"/>
    <p:sldId id="373" r:id="rId14"/>
    <p:sldId id="374" r:id="rId15"/>
    <p:sldId id="375" r:id="rId16"/>
    <p:sldId id="376" r:id="rId17"/>
    <p:sldId id="377" r:id="rId18"/>
    <p:sldId id="378" r:id="rId19"/>
    <p:sldId id="379" r:id="rId20"/>
    <p:sldId id="264" r:id="rId21"/>
    <p:sldId id="265" r:id="rId22"/>
    <p:sldId id="266" r:id="rId23"/>
    <p:sldId id="268" r:id="rId24"/>
    <p:sldId id="269" r:id="rId25"/>
    <p:sldId id="270" r:id="rId26"/>
    <p:sldId id="354" r:id="rId27"/>
    <p:sldId id="353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356" r:id="rId37"/>
    <p:sldId id="279" r:id="rId38"/>
    <p:sldId id="280" r:id="rId39"/>
    <p:sldId id="358" r:id="rId40"/>
    <p:sldId id="359" r:id="rId41"/>
    <p:sldId id="360" r:id="rId42"/>
    <p:sldId id="361" r:id="rId43"/>
    <p:sldId id="362" r:id="rId44"/>
    <p:sldId id="357" r:id="rId45"/>
    <p:sldId id="355" r:id="rId46"/>
    <p:sldId id="283" r:id="rId47"/>
    <p:sldId id="285" r:id="rId48"/>
    <p:sldId id="286" r:id="rId49"/>
    <p:sldId id="289" r:id="rId50"/>
    <p:sldId id="290" r:id="rId51"/>
    <p:sldId id="291" r:id="rId52"/>
    <p:sldId id="292" r:id="rId53"/>
    <p:sldId id="293" r:id="rId54"/>
    <p:sldId id="363" r:id="rId55"/>
    <p:sldId id="295" r:id="rId56"/>
    <p:sldId id="296" r:id="rId57"/>
    <p:sldId id="297" r:id="rId58"/>
    <p:sldId id="299" r:id="rId59"/>
    <p:sldId id="300" r:id="rId60"/>
    <p:sldId id="301" r:id="rId61"/>
    <p:sldId id="302" r:id="rId62"/>
    <p:sldId id="303" r:id="rId63"/>
    <p:sldId id="304" r:id="rId64"/>
    <p:sldId id="305" r:id="rId65"/>
    <p:sldId id="306" r:id="rId66"/>
    <p:sldId id="307" r:id="rId67"/>
    <p:sldId id="308" r:id="rId68"/>
    <p:sldId id="309" r:id="rId69"/>
    <p:sldId id="310" r:id="rId70"/>
    <p:sldId id="311" r:id="rId71"/>
    <p:sldId id="312" r:id="rId72"/>
    <p:sldId id="313" r:id="rId73"/>
    <p:sldId id="314" r:id="rId74"/>
    <p:sldId id="315" r:id="rId75"/>
    <p:sldId id="316" r:id="rId76"/>
    <p:sldId id="319" r:id="rId77"/>
    <p:sldId id="318" r:id="rId78"/>
    <p:sldId id="320" r:id="rId79"/>
    <p:sldId id="321" r:id="rId80"/>
    <p:sldId id="322" r:id="rId81"/>
    <p:sldId id="323" r:id="rId82"/>
    <p:sldId id="324" r:id="rId83"/>
    <p:sldId id="325" r:id="rId84"/>
    <p:sldId id="326" r:id="rId85"/>
    <p:sldId id="328" r:id="rId86"/>
    <p:sldId id="327" r:id="rId87"/>
    <p:sldId id="329" r:id="rId88"/>
    <p:sldId id="330" r:id="rId89"/>
    <p:sldId id="331" r:id="rId90"/>
    <p:sldId id="332" r:id="rId91"/>
    <p:sldId id="333" r:id="rId92"/>
    <p:sldId id="334" r:id="rId93"/>
    <p:sldId id="336" r:id="rId94"/>
    <p:sldId id="335" r:id="rId95"/>
    <p:sldId id="337" r:id="rId96"/>
    <p:sldId id="338" r:id="rId97"/>
    <p:sldId id="339" r:id="rId98"/>
    <p:sldId id="340" r:id="rId99"/>
    <p:sldId id="341" r:id="rId100"/>
    <p:sldId id="342" r:id="rId101"/>
    <p:sldId id="343" r:id="rId102"/>
    <p:sldId id="344" r:id="rId103"/>
    <p:sldId id="345" r:id="rId104"/>
    <p:sldId id="346" r:id="rId105"/>
    <p:sldId id="347" r:id="rId106"/>
    <p:sldId id="348" r:id="rId107"/>
    <p:sldId id="349" r:id="rId108"/>
    <p:sldId id="350" r:id="rId109"/>
    <p:sldId id="351" r:id="rId110"/>
    <p:sldId id="352" r:id="rId1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FFCCCC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1671" autoAdjust="0"/>
  </p:normalViewPr>
  <p:slideViewPr>
    <p:cSldViewPr snapToGrid="0">
      <p:cViewPr varScale="1">
        <p:scale>
          <a:sx n="94" d="100"/>
          <a:sy n="94" d="100"/>
        </p:scale>
        <p:origin x="12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 smtClean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Ключевой ошибкой ранее представленного определения было использование такого понятия как "функция модуля". То, за что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 должен иметь одну и только одну </a:t>
            </a: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причину для</a:t>
            </a:r>
            <a:r>
              <a:rPr lang="ru-RU" sz="1200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2257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0142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52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9560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963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744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783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3236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37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830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8198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43179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6462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43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47832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2214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0672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7886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78407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9069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1303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66169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32461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120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1816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12728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8679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6560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3655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3923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003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3407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75017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6296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9961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6812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47256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3164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919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7435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62373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5527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04114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36386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34582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9781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71056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3592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18140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38303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21535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20452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9080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3476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2116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35238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59966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317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515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5297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90111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25595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82622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83531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76797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Определение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архитектуры и процесса проектирования в частности. Как того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определяет производительность труда на проекте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4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11F87-8142-4AA9-951B-96014A4B4A25}" type="datetimeFigureOut">
              <a:rPr lang="ru-RU" smtClean="0"/>
              <a:t>02.06.2024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738945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98230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677985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849098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849098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30" y="257358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5101720" y="3153223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6622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3210396" y="1736814"/>
            <a:ext cx="6230023" cy="381371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2802" y="1881975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main()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27879" y="3144908"/>
            <a:ext cx="1995055" cy="997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Источник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403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5130295" y="1838773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6834403" y="1888651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8293850" y="706009"/>
            <a:ext cx="19591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Источник данных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4922303" y="4701295"/>
            <a:ext cx="1995055" cy="997527"/>
            <a:chOff x="5101720" y="315322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01720" y="315322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6805828" y="320310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" name="Прямоугольник 3"/>
          <p:cNvSpPr/>
          <p:nvPr/>
        </p:nvSpPr>
        <p:spPr>
          <a:xfrm>
            <a:off x="2896767" y="193308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02958" y="193308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4219029" y="3000493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787364" y="3063078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8293850" y="706009"/>
            <a:ext cx="19591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Источник данных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84228" y="2024770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  <a:endParaRPr lang="en-US" dirty="0">
                  <a:solidFill>
                    <a:schemeClr val="tx1"/>
                  </a:solidFill>
                  <a:latin typeface="Roboto" panose="02000000000000000000" pitchFamily="2" charset="0"/>
                </a:endParaRP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8293850" y="706009"/>
            <a:ext cx="19591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Источник данных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293850" y="1090119"/>
            <a:ext cx="31902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 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8064293" y="1138861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4" b="3137"/>
          <a:stretch/>
        </p:blipFill>
        <p:spPr>
          <a:xfrm>
            <a:off x="4221976" y="315883"/>
            <a:ext cx="3778523" cy="5893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4221978" y="473825"/>
            <a:ext cx="3778523" cy="394854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3726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429125" y="346075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4429126" y="533400"/>
            <a:ext cx="2971800" cy="278130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997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4" b="3137"/>
          <a:stretch/>
        </p:blipFill>
        <p:spPr>
          <a:xfrm>
            <a:off x="4221976" y="315883"/>
            <a:ext cx="3778523" cy="5893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4221978" y="473825"/>
            <a:ext cx="3778523" cy="394854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536165"/>
            <a:ext cx="1220069" cy="122006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2314907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33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4" b="3137"/>
          <a:stretch/>
        </p:blipFill>
        <p:spPr>
          <a:xfrm>
            <a:off x="4221976" y="315883"/>
            <a:ext cx="3778523" cy="5893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Прямоугольник 14"/>
          <p:cNvSpPr/>
          <p:nvPr/>
        </p:nvSpPr>
        <p:spPr>
          <a:xfrm>
            <a:off x="4221978" y="473825"/>
            <a:ext cx="3778523" cy="394854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536165"/>
            <a:ext cx="1220069" cy="122006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330" y="2314907"/>
            <a:ext cx="1300076" cy="1300076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4221977" y="4530436"/>
            <a:ext cx="3778523" cy="1687484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2172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6367"/>
          <a:stretch/>
        </p:blipFill>
        <p:spPr>
          <a:xfrm>
            <a:off x="3648398" y="1165308"/>
            <a:ext cx="4756520" cy="35971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3648398" y="1392887"/>
            <a:ext cx="4756520" cy="1134876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3648398" y="2527762"/>
            <a:ext cx="4756520" cy="2234737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035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/>
          <a:srcRect b="53236"/>
          <a:stretch/>
        </p:blipFill>
        <p:spPr>
          <a:xfrm>
            <a:off x="595086" y="0"/>
            <a:ext cx="5065486" cy="6847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3"/>
          <a:srcRect t="49448"/>
          <a:stretch/>
        </p:blipFill>
        <p:spPr>
          <a:xfrm>
            <a:off x="7019737" y="0"/>
            <a:ext cx="4685938" cy="68475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Прямоугольник 12"/>
          <p:cNvSpPr/>
          <p:nvPr/>
        </p:nvSpPr>
        <p:spPr>
          <a:xfrm>
            <a:off x="595086" y="1959429"/>
            <a:ext cx="5065486" cy="328022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7019737" y="1959429"/>
            <a:ext cx="4685938" cy="328022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3232"/>
          <a:stretch/>
        </p:blipFill>
        <p:spPr>
          <a:xfrm>
            <a:off x="445596" y="0"/>
            <a:ext cx="507277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49115" b="2109"/>
          <a:stretch/>
        </p:blipFill>
        <p:spPr>
          <a:xfrm>
            <a:off x="6687646" y="0"/>
            <a:ext cx="4863862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Прямоугольник 7"/>
          <p:cNvSpPr/>
          <p:nvPr/>
        </p:nvSpPr>
        <p:spPr>
          <a:xfrm>
            <a:off x="445595" y="3683000"/>
            <a:ext cx="507277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6687645" y="3733800"/>
            <a:ext cx="4863863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4741328" y="5101345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715792" y="233313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821983" y="233313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4038054" y="3400543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606389" y="3463128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5196681" y="2383324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368666" y="2383933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706009"/>
            <a:ext cx="195919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Источник данных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8293850" y="1090119"/>
            <a:ext cx="31902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 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Овал 18"/>
          <p:cNvSpPr/>
          <p:nvPr/>
        </p:nvSpPr>
        <p:spPr>
          <a:xfrm>
            <a:off x="8064293" y="1138861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4665128" y="4815595"/>
            <a:ext cx="199505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639592" y="204738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745783" y="204738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28" idx="0"/>
            <a:endCxn id="4" idx="2"/>
          </p:cNvCxnSpPr>
          <p:nvPr/>
        </p:nvCxnSpPr>
        <p:spPr>
          <a:xfrm rot="16200000" flipV="1">
            <a:off x="3961854" y="3114793"/>
            <a:ext cx="1770685" cy="163092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28" idx="0"/>
            <a:endCxn id="6" idx="2"/>
          </p:cNvCxnSpPr>
          <p:nvPr/>
        </p:nvCxnSpPr>
        <p:spPr>
          <a:xfrm rot="5400000" flipH="1" flipV="1">
            <a:off x="5530189" y="3177378"/>
            <a:ext cx="1770684" cy="150575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5130864" y="2098182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289470" y="2091108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293850" y="706009"/>
            <a:ext cx="219964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Правила валидации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7054914" y="165050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706009"/>
            <a:ext cx="219964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Правила валидации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23" y="789710"/>
            <a:ext cx="11599268" cy="496650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5004261" y="1249746"/>
            <a:ext cx="1529543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8997141" y="806336"/>
            <a:ext cx="244948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5553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7076381" y="163018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5484440" y="379807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8662382" y="3792214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323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46994" y="4179077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CLIENT 0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515570" y="417907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1 (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целевой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731282" y="280366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SERVER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515570" y="1428258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3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886034" y="1428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2</a:t>
            </a:r>
          </a:p>
        </p:txBody>
      </p:sp>
      <p:cxnSp>
        <p:nvCxnSpPr>
          <p:cNvPr id="9" name="Соединительная линия уступом 8"/>
          <p:cNvCxnSpPr>
            <a:stCxn id="4" idx="3"/>
          </p:cNvCxnSpPr>
          <p:nvPr/>
        </p:nvCxnSpPr>
        <p:spPr>
          <a:xfrm flipV="1">
            <a:off x="4731282" y="3801195"/>
            <a:ext cx="1392145" cy="876646"/>
          </a:xfrm>
          <a:prstGeom prst="bentConnector3">
            <a:avLst>
              <a:gd name="adj1" fmla="val 9981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6" idx="1"/>
            <a:endCxn id="12" idx="2"/>
          </p:cNvCxnSpPr>
          <p:nvPr/>
        </p:nvCxnSpPr>
        <p:spPr>
          <a:xfrm rot="10800000">
            <a:off x="6123426" y="3801196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8" idx="3"/>
            <a:endCxn id="12" idx="0"/>
          </p:cNvCxnSpPr>
          <p:nvPr/>
        </p:nvCxnSpPr>
        <p:spPr>
          <a:xfrm>
            <a:off x="4731282" y="1927021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7" idx="1"/>
            <a:endCxn id="12" idx="0"/>
          </p:cNvCxnSpPr>
          <p:nvPr/>
        </p:nvCxnSpPr>
        <p:spPr>
          <a:xfrm rot="10800000" flipV="1">
            <a:off x="6123426" y="1927022"/>
            <a:ext cx="1392144" cy="876646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685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6770261" y="165806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 smtClean="0"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563642" y="448387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4563642" y="304179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onProductValidated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0832" y="2930521"/>
            <a:ext cx="1220069" cy="1220069"/>
          </a:xfrm>
          <a:prstGeom prst="rect">
            <a:avLst/>
          </a:prstGeom>
        </p:spPr>
      </p:pic>
      <p:grpSp>
        <p:nvGrpSpPr>
          <p:cNvPr id="22" name="Группа 21"/>
          <p:cNvGrpSpPr/>
          <p:nvPr/>
        </p:nvGrpSpPr>
        <p:grpSpPr>
          <a:xfrm rot="18900000">
            <a:off x="7735346" y="2967802"/>
            <a:ext cx="1200596" cy="1145505"/>
            <a:chOff x="2418438" y="1588447"/>
            <a:chExt cx="843369" cy="804670"/>
          </a:xfrm>
        </p:grpSpPr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2233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588" y="285749"/>
            <a:ext cx="5011262" cy="618172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1" name="Прямоугольник 10"/>
          <p:cNvSpPr/>
          <p:nvPr/>
        </p:nvSpPr>
        <p:spPr>
          <a:xfrm>
            <a:off x="3694589" y="2316133"/>
            <a:ext cx="5011262" cy="207489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0925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84985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7054914" y="165050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ямоугольник 9"/>
          <p:cNvSpPr/>
          <p:nvPr/>
        </p:nvSpPr>
        <p:spPr>
          <a:xfrm>
            <a:off x="8358273" y="1080628"/>
            <a:ext cx="2247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err="1" smtClean="0">
                <a:latin typeface="Roboto" panose="02000000000000000000" pitchFamily="2" charset="0"/>
              </a:rPr>
              <a:t>Валидация</a:t>
            </a:r>
            <a:r>
              <a:rPr lang="ru-RU" sz="1600" dirty="0" smtClean="0">
                <a:latin typeface="Roboto" panose="02000000000000000000" pitchFamily="2" charset="0"/>
              </a:rPr>
              <a:t> продукта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117204" y="1129370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030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741192" y="27617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847383" y="27617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5220280" y="2799857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8358273" y="1080628"/>
            <a:ext cx="2247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err="1" smtClean="0">
                <a:latin typeface="Roboto" panose="02000000000000000000" pitchFamily="2" charset="0"/>
              </a:rPr>
              <a:t>Валидация</a:t>
            </a:r>
            <a:r>
              <a:rPr lang="ru-RU" sz="1600" dirty="0" smtClean="0">
                <a:latin typeface="Roboto" panose="02000000000000000000" pitchFamily="2" charset="0"/>
              </a:rPr>
              <a:t> продукта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117204" y="1129370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401111" y="2799858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748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24111" y="260935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016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smtClean="0">
                <a:latin typeface="Roboto" panose="02000000000000000000" pitchFamily="2" charset="0"/>
              </a:rPr>
              <a:t>Разделить параметров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620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0637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2411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/>
          <a:srcRect b="6096"/>
          <a:stretch/>
        </p:blipFill>
        <p:spPr>
          <a:xfrm>
            <a:off x="3670712" y="257175"/>
            <a:ext cx="5365440" cy="60642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3670712" y="5683654"/>
            <a:ext cx="536544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723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709317" y="24188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Тесты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415833" y="241885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SUT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7" name="Прямая со стрелкой 6"/>
          <p:cNvCxnSpPr>
            <a:stCxn id="4" idx="3"/>
            <a:endCxn id="6" idx="1"/>
          </p:cNvCxnSpPr>
          <p:nvPr/>
        </p:nvCxnSpPr>
        <p:spPr>
          <a:xfrm>
            <a:off x="4493605" y="2917622"/>
            <a:ext cx="292222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4717828" y="2548289"/>
            <a:ext cx="2396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 smtClean="0">
                <a:latin typeface="Roboto" panose="02000000000000000000" pitchFamily="2" charset="0"/>
              </a:rPr>
              <a:t>Детали реализации</a:t>
            </a:r>
            <a:endParaRPr lang="en-US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897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showAtLeastOneAdmin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getAdmins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9208633" y="2599340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886730" y="2599339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126989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Семантика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5398997" y="260935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5077094" y="260935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8332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showAtLeastOneAdmin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getAdmins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9208633" y="2599340"/>
            <a:ext cx="241069" cy="24106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5398997" y="2609358"/>
            <a:ext cx="241069" cy="241069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7332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/>
          <p:cNvGrpSpPr/>
          <p:nvPr/>
        </p:nvGrpSpPr>
        <p:grpSpPr>
          <a:xfrm>
            <a:off x="3020482" y="353482"/>
            <a:ext cx="6151036" cy="6151036"/>
            <a:chOff x="2207152" y="-423920"/>
            <a:chExt cx="6151036" cy="6151036"/>
          </a:xfrm>
        </p:grpSpPr>
        <p:sp>
          <p:nvSpPr>
            <p:cNvPr id="21" name="Овал 20"/>
            <p:cNvSpPr/>
            <p:nvPr/>
          </p:nvSpPr>
          <p:spPr>
            <a:xfrm>
              <a:off x="2207152" y="-423920"/>
              <a:ext cx="6151036" cy="615103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 smtClean="0">
                  <a:solidFill>
                    <a:schemeClr val="tx1"/>
                  </a:solidFill>
                </a:rPr>
                <a:t>Тип</a:t>
              </a:r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Овал 11"/>
            <p:cNvSpPr/>
            <p:nvPr/>
          </p:nvSpPr>
          <p:spPr>
            <a:xfrm>
              <a:off x="3427266" y="796194"/>
              <a:ext cx="3710808" cy="3710808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dirty="0" smtClean="0">
                  <a:solidFill>
                    <a:schemeClr val="tx1"/>
                  </a:solidFill>
                </a:rPr>
                <a:t>Тип</a:t>
              </a:r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4599252" y="1968180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5738433" y="3167389"/>
            <a:ext cx="7151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Тип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78771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 smtClean="0"/>
                <a:t>Тип</a:t>
              </a:r>
              <a:endParaRPr lang="ru-R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71052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391899" y="39619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258682" y="396190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805140" y="4000007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4897018" y="400000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7986106" y="1202427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8234967" y="1152869"/>
            <a:ext cx="28873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Сигнатура объекта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373099" y="1705175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&lt;interface&gt;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Logger</a:t>
            </a:r>
          </a:p>
        </p:txBody>
      </p:sp>
      <p:sp>
        <p:nvSpPr>
          <p:cNvPr id="9" name="Овал 8"/>
          <p:cNvSpPr/>
          <p:nvPr/>
        </p:nvSpPr>
        <p:spPr>
          <a:xfrm>
            <a:off x="6864535" y="174879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Соединительная линия уступом 12"/>
          <p:cNvCxnSpPr>
            <a:stCxn id="4" idx="0"/>
            <a:endCxn id="8" idx="2"/>
          </p:cNvCxnSpPr>
          <p:nvPr/>
        </p:nvCxnSpPr>
        <p:spPr>
          <a:xfrm rot="5400000" flipH="1" flipV="1">
            <a:off x="4145040" y="2341705"/>
            <a:ext cx="1259206" cy="19812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6" idx="0"/>
            <a:endCxn id="8" idx="2"/>
          </p:cNvCxnSpPr>
          <p:nvPr/>
        </p:nvCxnSpPr>
        <p:spPr>
          <a:xfrm rot="16200000" flipV="1">
            <a:off x="6093672" y="2374273"/>
            <a:ext cx="1259206" cy="191606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67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" name="Овал 1"/>
          <p:cNvSpPr/>
          <p:nvPr/>
        </p:nvSpPr>
        <p:spPr>
          <a:xfrm>
            <a:off x="5412582" y="2745582"/>
            <a:ext cx="1366836" cy="136683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5916302" y="3167389"/>
            <a:ext cx="35939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/>
              <a:t>T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438610" y="4218264"/>
            <a:ext cx="131478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Эффект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86670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515724" y="5114433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6382507" y="5114433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496924" y="2857700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&lt;interface&gt;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Logger</a:t>
            </a:r>
          </a:p>
        </p:txBody>
      </p:sp>
      <p:cxnSp>
        <p:nvCxnSpPr>
          <p:cNvPr id="15" name="Соединительная линия уступом 14"/>
          <p:cNvCxnSpPr>
            <a:stCxn id="6" idx="0"/>
            <a:endCxn id="13" idx="2"/>
          </p:cNvCxnSpPr>
          <p:nvPr/>
        </p:nvCxnSpPr>
        <p:spPr>
          <a:xfrm rot="5400000" flipH="1" flipV="1">
            <a:off x="4268865" y="3494230"/>
            <a:ext cx="1259206" cy="19812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7" idx="0"/>
            <a:endCxn id="13" idx="2"/>
          </p:cNvCxnSpPr>
          <p:nvPr/>
        </p:nvCxnSpPr>
        <p:spPr>
          <a:xfrm rot="16200000" flipV="1">
            <a:off x="6217497" y="3526798"/>
            <a:ext cx="1259206" cy="191606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496924" y="971750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 smtClean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Прямая со стрелкой 17"/>
          <p:cNvCxnSpPr>
            <a:stCxn id="17" idx="2"/>
            <a:endCxn id="13" idx="0"/>
          </p:cNvCxnSpPr>
          <p:nvPr/>
        </p:nvCxnSpPr>
        <p:spPr>
          <a:xfrm>
            <a:off x="5889068" y="19692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229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46994" y="4179077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CLIENT 0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515570" y="417907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731282" y="280366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SERVER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515570" y="142825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3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886034" y="1428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CLIENT 2</a:t>
            </a:r>
          </a:p>
        </p:txBody>
      </p:sp>
      <p:cxnSp>
        <p:nvCxnSpPr>
          <p:cNvPr id="9" name="Соединительная линия уступом 8"/>
          <p:cNvCxnSpPr>
            <a:stCxn id="4" idx="3"/>
          </p:cNvCxnSpPr>
          <p:nvPr/>
        </p:nvCxnSpPr>
        <p:spPr>
          <a:xfrm flipV="1">
            <a:off x="4731282" y="3801195"/>
            <a:ext cx="1392145" cy="876646"/>
          </a:xfrm>
          <a:prstGeom prst="bentConnector3">
            <a:avLst>
              <a:gd name="adj1" fmla="val 9981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6" idx="1"/>
            <a:endCxn id="12" idx="2"/>
          </p:cNvCxnSpPr>
          <p:nvPr/>
        </p:nvCxnSpPr>
        <p:spPr>
          <a:xfrm rot="10800000">
            <a:off x="6123426" y="3801196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ная линия уступом 15"/>
          <p:cNvCxnSpPr>
            <a:stCxn id="8" idx="3"/>
            <a:endCxn id="12" idx="0"/>
          </p:cNvCxnSpPr>
          <p:nvPr/>
        </p:nvCxnSpPr>
        <p:spPr>
          <a:xfrm>
            <a:off x="4731282" y="1927021"/>
            <a:ext cx="1392144" cy="876647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7" idx="1"/>
            <a:endCxn id="12" idx="0"/>
          </p:cNvCxnSpPr>
          <p:nvPr/>
        </p:nvCxnSpPr>
        <p:spPr>
          <a:xfrm rot="10800000" flipV="1">
            <a:off x="6123426" y="1927022"/>
            <a:ext cx="1392144" cy="876646"/>
          </a:xfrm>
          <a:prstGeom prst="bentConnector2">
            <a:avLst/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049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73485" y="2446567"/>
            <a:ext cx="342559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suggestProductPriceByKind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4240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Скорость выполнения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4817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Алгоритм поиска цены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7094793" y="2484667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772890" y="248466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9304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294619" y="3961907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WindowsUI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38445" y="396190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AndroidUI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373099" y="1705175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Общая логика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Соединительная линия уступом 12"/>
          <p:cNvCxnSpPr>
            <a:stCxn id="4" idx="0"/>
            <a:endCxn id="8" idx="2"/>
          </p:cNvCxnSpPr>
          <p:nvPr/>
        </p:nvCxnSpPr>
        <p:spPr>
          <a:xfrm rot="5400000" flipH="1" flipV="1">
            <a:off x="3596401" y="1793065"/>
            <a:ext cx="1259205" cy="307848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Соединительная линия уступом 17"/>
          <p:cNvCxnSpPr>
            <a:stCxn id="6" idx="0"/>
            <a:endCxn id="8" idx="2"/>
          </p:cNvCxnSpPr>
          <p:nvPr/>
        </p:nvCxnSpPr>
        <p:spPr>
          <a:xfrm rot="5400000" flipH="1" flipV="1">
            <a:off x="5133554" y="3330218"/>
            <a:ext cx="1259205" cy="41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7443231" y="3961906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Web</a:t>
            </a:r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0" name="Соединительная линия уступом 19"/>
          <p:cNvCxnSpPr>
            <a:stCxn id="15" idx="0"/>
            <a:endCxn id="8" idx="2"/>
          </p:cNvCxnSpPr>
          <p:nvPr/>
        </p:nvCxnSpPr>
        <p:spPr>
          <a:xfrm rot="16200000" flipV="1">
            <a:off x="6685947" y="1781998"/>
            <a:ext cx="1259204" cy="310061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3336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73485" y="2446567"/>
            <a:ext cx="342559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Login()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7" name="Овал 1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8293850" y="1072289"/>
            <a:ext cx="29658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Получение статуса системы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8301642" y="705194"/>
            <a:ext cx="28200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Отображение интерфейса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7094793" y="2484667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772890" y="248466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6514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300459" y="344651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258685" y="333013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3413437" y="1759033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8301642" y="705194"/>
            <a:ext cx="2784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Общее поведение формы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5992677" y="178397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4818739" y="347145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8837925" y="336649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84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6458989" y="4295284"/>
            <a:ext cx="3568124" cy="1249305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003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4119599" y="1286076"/>
            <a:ext cx="5907514" cy="3011604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48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1421476" y="3491345"/>
            <a:ext cx="2377440" cy="1438101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121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2177934" y="2784764"/>
            <a:ext cx="3441470" cy="689958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4114800" y="3474721"/>
            <a:ext cx="1504603" cy="881147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0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ttps://herbertograca.com/wp-content/uploads/2017/04/cleanarchitecturedesign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8" y="1286076"/>
            <a:ext cx="8067675" cy="4152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2103119" y="2128059"/>
            <a:ext cx="3441470" cy="689958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4039986" y="1246912"/>
            <a:ext cx="1504603" cy="881147"/>
          </a:xfrm>
          <a:prstGeom prst="rect">
            <a:avLst/>
          </a:prstGeom>
          <a:solidFill>
            <a:schemeClr val="accent4">
              <a:lumMod val="60000"/>
              <a:lumOff val="4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31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986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419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3896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714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3524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7108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4890957" y="183860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470276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6866508" y="2058696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582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5065524" y="390371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669292" y="206482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644843" y="2284917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461756" y="206482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7041075" y="2284917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5065524" y="225935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FlatMap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8" name="Соединительная линия уступом 7"/>
          <p:cNvCxnSpPr>
            <a:stCxn id="7" idx="2"/>
            <a:endCxn id="13" idx="0"/>
          </p:cNvCxnSpPr>
          <p:nvPr/>
        </p:nvCxnSpPr>
        <p:spPr>
          <a:xfrm rot="5400000">
            <a:off x="4644843" y="446027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7" idx="2"/>
            <a:endCxn id="5" idx="0"/>
          </p:cNvCxnSpPr>
          <p:nvPr/>
        </p:nvCxnSpPr>
        <p:spPr>
          <a:xfrm rot="16200000" flipH="1">
            <a:off x="7041075" y="446027"/>
            <a:ext cx="841363" cy="2396232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5065524" y="555290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Нестабильный элемент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9" name="Прямая со стрелкой 8"/>
          <p:cNvCxnSpPr>
            <a:stCxn id="4" idx="2"/>
            <a:endCxn id="12" idx="0"/>
          </p:cNvCxnSpPr>
          <p:nvPr/>
        </p:nvCxnSpPr>
        <p:spPr>
          <a:xfrm>
            <a:off x="6263640" y="4901242"/>
            <a:ext cx="0" cy="65165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141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Провайдер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84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95575" y="2571258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662175" y="256124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5703280" y="3060005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28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34019" y="2895455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600619" y="288543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&lt;&lt;interface&gt;&gt;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Provider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3641724" y="3384202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8404762" y="2879751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7" name="Прямая со стрелкой 6"/>
          <p:cNvCxnSpPr>
            <a:stCxn id="5" idx="1"/>
            <a:endCxn id="6" idx="3"/>
          </p:cNvCxnSpPr>
          <p:nvPr/>
        </p:nvCxnSpPr>
        <p:spPr>
          <a:xfrm flipH="1">
            <a:off x="7445867" y="3378515"/>
            <a:ext cx="958895" cy="56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331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34019" y="2895455"/>
            <a:ext cx="3007705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Программа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600619" y="288543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&lt;&lt;interface&gt;&gt;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Provider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3" name="Прямая со стрелкой 12"/>
          <p:cNvCxnSpPr>
            <a:stCxn id="4" idx="3"/>
            <a:endCxn id="6" idx="1"/>
          </p:cNvCxnSpPr>
          <p:nvPr/>
        </p:nvCxnSpPr>
        <p:spPr>
          <a:xfrm flipV="1">
            <a:off x="3641724" y="3384202"/>
            <a:ext cx="958895" cy="10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8404762" y="1897928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Эмулятор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8404762" y="3882965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Провайдер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9" name="Соединительная линия уступом 8"/>
          <p:cNvCxnSpPr>
            <a:stCxn id="5" idx="1"/>
            <a:endCxn id="6" idx="3"/>
          </p:cNvCxnSpPr>
          <p:nvPr/>
        </p:nvCxnSpPr>
        <p:spPr>
          <a:xfrm rot="10800000" flipV="1">
            <a:off x="7445868" y="2396692"/>
            <a:ext cx="958895" cy="98751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ная линия уступом 10"/>
          <p:cNvCxnSpPr>
            <a:stCxn id="8" idx="1"/>
            <a:endCxn id="6" idx="3"/>
          </p:cNvCxnSpPr>
          <p:nvPr/>
        </p:nvCxnSpPr>
        <p:spPr>
          <a:xfrm rot="10800000">
            <a:off x="7445868" y="3384203"/>
            <a:ext cx="958895" cy="997527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759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4890957" y="551638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AsyncList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494725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Map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3" idx="2"/>
            <a:endCxn id="4" idx="0"/>
          </p:cNvCxnSpPr>
          <p:nvPr/>
        </p:nvCxnSpPr>
        <p:spPr>
          <a:xfrm rot="16200000" flipH="1">
            <a:off x="4470276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7287189" y="367749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Flat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5" idx="2"/>
            <a:endCxn id="4" idx="0"/>
          </p:cNvCxnSpPr>
          <p:nvPr/>
        </p:nvCxnSpPr>
        <p:spPr>
          <a:xfrm rot="5400000">
            <a:off x="6866508" y="3897586"/>
            <a:ext cx="841363" cy="2396232"/>
          </a:xfrm>
          <a:prstGeom prst="bentConnector3">
            <a:avLst>
              <a:gd name="adj1" fmla="val 28264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2893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265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322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368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107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6922511" y="293451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6637887" y="293451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846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771988" y="29243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10073034" y="2924306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820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382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301642" y="705194"/>
            <a:ext cx="10647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Очередь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6853756" y="128034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/>
          <p:cNvSpPr/>
          <p:nvPr/>
        </p:nvSpPr>
        <p:spPr>
          <a:xfrm>
            <a:off x="9996546" y="412497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6909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876308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575262" y="410144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25785" y="4096400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3971494" y="4595164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22017" y="4595164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4725785" y="1245134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Контейнеры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stCxn id="12" idx="0"/>
            <a:endCxn id="17" idx="2"/>
          </p:cNvCxnSpPr>
          <p:nvPr/>
        </p:nvCxnSpPr>
        <p:spPr>
          <a:xfrm rot="5400000" flipH="1" flipV="1">
            <a:off x="3419248" y="1596792"/>
            <a:ext cx="1858783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ная линия уступом 18"/>
          <p:cNvCxnSpPr>
            <a:stCxn id="14" idx="0"/>
            <a:endCxn id="17" idx="2"/>
          </p:cNvCxnSpPr>
          <p:nvPr/>
        </p:nvCxnSpPr>
        <p:spPr>
          <a:xfrm rot="5400000" flipH="1" flipV="1">
            <a:off x="4997032" y="3169531"/>
            <a:ext cx="1853739" cy="1270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stCxn id="10" idx="0"/>
            <a:endCxn id="17" idx="2"/>
          </p:cNvCxnSpPr>
          <p:nvPr/>
        </p:nvCxnSpPr>
        <p:spPr>
          <a:xfrm rot="16200000" flipV="1">
            <a:off x="6572294" y="1594269"/>
            <a:ext cx="1853739" cy="315052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8301642" y="705194"/>
            <a:ext cx="33906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Общее поведение контейнеров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6853756" y="1280348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/>
          <p:cNvSpPr/>
          <p:nvPr/>
        </p:nvSpPr>
        <p:spPr>
          <a:xfrm>
            <a:off x="9998192" y="412769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Овал 22"/>
          <p:cNvSpPr/>
          <p:nvPr/>
        </p:nvSpPr>
        <p:spPr>
          <a:xfrm>
            <a:off x="3705486" y="411937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/>
          <p:cNvSpPr/>
          <p:nvPr/>
        </p:nvSpPr>
        <p:spPr>
          <a:xfrm>
            <a:off x="6856022" y="4129650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3439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110932" y="3718592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CCP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05502" y="3708115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9" name="Picture 6" descr="File:Haskell-Logo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277" y="3538611"/>
            <a:ext cx="1063071" cy="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16">
            <a:extLst>
              <a:ext uri="{FF2B5EF4-FFF2-40B4-BE49-F238E27FC236}">
                <a16:creationId xmlns:a16="http://schemas.microsoft.com/office/drawing/2014/main" id="{4F093A01-AFA5-4432-BC90-9F7CC1329D20}"/>
              </a:ext>
            </a:extLst>
          </p:cNvPr>
          <p:cNvGrpSpPr/>
          <p:nvPr/>
        </p:nvGrpSpPr>
        <p:grpSpPr>
          <a:xfrm>
            <a:off x="1263265" y="4528635"/>
            <a:ext cx="9682096" cy="156870"/>
            <a:chOff x="1641335" y="4360680"/>
            <a:chExt cx="9682096" cy="156870"/>
          </a:xfrm>
        </p:grpSpPr>
        <p:grpSp>
          <p:nvGrpSpPr>
            <p:cNvPr id="31" name="Group 14">
              <a:extLst>
                <a:ext uri="{FF2B5EF4-FFF2-40B4-BE49-F238E27FC236}">
                  <a16:creationId xmlns:a16="http://schemas.microsoft.com/office/drawing/2014/main" id="{F87F92B1-E98F-4613-99DC-24DAA46E862D}"/>
                </a:ext>
              </a:extLst>
            </p:cNvPr>
            <p:cNvGrpSpPr/>
            <p:nvPr/>
          </p:nvGrpSpPr>
          <p:grpSpPr>
            <a:xfrm>
              <a:off x="1641335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62" name="Group 13">
                <a:extLst>
                  <a:ext uri="{FF2B5EF4-FFF2-40B4-BE49-F238E27FC236}">
                    <a16:creationId xmlns:a16="http://schemas.microsoft.com/office/drawing/2014/main" id="{461965AA-ACFF-479C-A844-C9C0C09DDB07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70" name="Group 12">
                  <a:extLst>
                    <a:ext uri="{FF2B5EF4-FFF2-40B4-BE49-F238E27FC236}">
                      <a16:creationId xmlns:a16="http://schemas.microsoft.com/office/drawing/2014/main" id="{6CA4CF4D-5511-44F9-8FDD-3DA7FEDEDCC6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4" name="Straight Connector 8">
                    <a:extLst>
                      <a:ext uri="{FF2B5EF4-FFF2-40B4-BE49-F238E27FC236}">
                        <a16:creationId xmlns:a16="http://schemas.microsoft.com/office/drawing/2014/main" id="{84B4C120-D00C-4896-AB94-954E4A696F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24">
                    <a:extLst>
                      <a:ext uri="{FF2B5EF4-FFF2-40B4-BE49-F238E27FC236}">
                        <a16:creationId xmlns:a16="http://schemas.microsoft.com/office/drawing/2014/main" id="{E952AD90-76AA-4FF8-9624-E7ABC6AFEC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 28">
                  <a:extLst>
                    <a:ext uri="{FF2B5EF4-FFF2-40B4-BE49-F238E27FC236}">
                      <a16:creationId xmlns:a16="http://schemas.microsoft.com/office/drawing/2014/main" id="{FE19ED00-AE23-4891-A571-6158619639E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2" name="Straight Connector 36">
                    <a:extLst>
                      <a:ext uri="{FF2B5EF4-FFF2-40B4-BE49-F238E27FC236}">
                        <a16:creationId xmlns:a16="http://schemas.microsoft.com/office/drawing/2014/main" id="{43458380-E4EF-4416-9036-F12123B63A23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37">
                    <a:extLst>
                      <a:ext uri="{FF2B5EF4-FFF2-40B4-BE49-F238E27FC236}">
                        <a16:creationId xmlns:a16="http://schemas.microsoft.com/office/drawing/2014/main" id="{81C3F3B2-2263-4554-9F2E-EE84FC4A0D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" name="Group 38">
                <a:extLst>
                  <a:ext uri="{FF2B5EF4-FFF2-40B4-BE49-F238E27FC236}">
                    <a16:creationId xmlns:a16="http://schemas.microsoft.com/office/drawing/2014/main" id="{C70D5619-0F38-414E-8C9D-ECC1CCB85D8C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64" name="Group 39">
                  <a:extLst>
                    <a:ext uri="{FF2B5EF4-FFF2-40B4-BE49-F238E27FC236}">
                      <a16:creationId xmlns:a16="http://schemas.microsoft.com/office/drawing/2014/main" id="{92DD0B0D-42A7-4356-AABA-9FCA4132F860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8" name="Straight Connector 43">
                    <a:extLst>
                      <a:ext uri="{FF2B5EF4-FFF2-40B4-BE49-F238E27FC236}">
                        <a16:creationId xmlns:a16="http://schemas.microsoft.com/office/drawing/2014/main" id="{41F7BB49-16E0-498A-80D0-4755B56D8A1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44">
                    <a:extLst>
                      <a:ext uri="{FF2B5EF4-FFF2-40B4-BE49-F238E27FC236}">
                        <a16:creationId xmlns:a16="http://schemas.microsoft.com/office/drawing/2014/main" id="{5C7B8391-C8F6-440C-8C87-DE2B42994F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40">
                  <a:extLst>
                    <a:ext uri="{FF2B5EF4-FFF2-40B4-BE49-F238E27FC236}">
                      <a16:creationId xmlns:a16="http://schemas.microsoft.com/office/drawing/2014/main" id="{9C4BDFF6-A674-452C-8816-1B00AC22D1C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6" name="Straight Connector 41">
                    <a:extLst>
                      <a:ext uri="{FF2B5EF4-FFF2-40B4-BE49-F238E27FC236}">
                        <a16:creationId xmlns:a16="http://schemas.microsoft.com/office/drawing/2014/main" id="{078915E2-D406-4410-BA89-D26A271B7C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42">
                    <a:extLst>
                      <a:ext uri="{FF2B5EF4-FFF2-40B4-BE49-F238E27FC236}">
                        <a16:creationId xmlns:a16="http://schemas.microsoft.com/office/drawing/2014/main" id="{BA5ADD94-66CA-4DC6-8742-62FE4CF9FF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2" name="Group 45">
              <a:extLst>
                <a:ext uri="{FF2B5EF4-FFF2-40B4-BE49-F238E27FC236}">
                  <a16:creationId xmlns:a16="http://schemas.microsoft.com/office/drawing/2014/main" id="{B05881A6-CF06-4B4D-A660-C72BABCF75D8}"/>
                </a:ext>
              </a:extLst>
            </p:cNvPr>
            <p:cNvGrpSpPr/>
            <p:nvPr/>
          </p:nvGrpSpPr>
          <p:grpSpPr>
            <a:xfrm>
              <a:off x="5498527" y="4362454"/>
              <a:ext cx="3900353" cy="155096"/>
              <a:chOff x="2798496" y="4959070"/>
              <a:chExt cx="3900353" cy="155096"/>
            </a:xfrm>
          </p:grpSpPr>
          <p:grpSp>
            <p:nvGrpSpPr>
              <p:cNvPr id="48" name="Group 46">
                <a:extLst>
                  <a:ext uri="{FF2B5EF4-FFF2-40B4-BE49-F238E27FC236}">
                    <a16:creationId xmlns:a16="http://schemas.microsoft.com/office/drawing/2014/main" id="{2AF9FAFA-B2C6-422B-B7A4-713D9E913DDF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6" name="Group 54">
                  <a:extLst>
                    <a:ext uri="{FF2B5EF4-FFF2-40B4-BE49-F238E27FC236}">
                      <a16:creationId xmlns:a16="http://schemas.microsoft.com/office/drawing/2014/main" id="{568595DD-2D3D-4EF2-8686-8E9527BDE07C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0" name="Straight Connector 58">
                    <a:extLst>
                      <a:ext uri="{FF2B5EF4-FFF2-40B4-BE49-F238E27FC236}">
                        <a16:creationId xmlns:a16="http://schemas.microsoft.com/office/drawing/2014/main" id="{0C4477ED-2911-458C-8FAB-C2FF5106CC56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59">
                    <a:extLst>
                      <a:ext uri="{FF2B5EF4-FFF2-40B4-BE49-F238E27FC236}">
                        <a16:creationId xmlns:a16="http://schemas.microsoft.com/office/drawing/2014/main" id="{84A1CB7A-929A-42F8-AB01-92D73CB216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Group 55">
                  <a:extLst>
                    <a:ext uri="{FF2B5EF4-FFF2-40B4-BE49-F238E27FC236}">
                      <a16:creationId xmlns:a16="http://schemas.microsoft.com/office/drawing/2014/main" id="{92D5D319-B542-41BA-B5CE-42A1A0276E4E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8" name="Straight Connector 56">
                    <a:extLst>
                      <a:ext uri="{FF2B5EF4-FFF2-40B4-BE49-F238E27FC236}">
                        <a16:creationId xmlns:a16="http://schemas.microsoft.com/office/drawing/2014/main" id="{60B96DF1-B31E-4D7B-9F82-05A5AA9834A5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7">
                    <a:extLst>
                      <a:ext uri="{FF2B5EF4-FFF2-40B4-BE49-F238E27FC236}">
                        <a16:creationId xmlns:a16="http://schemas.microsoft.com/office/drawing/2014/main" id="{7E9C9CC4-8CD4-460F-89E2-181001C47B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" name="Group 47">
                <a:extLst>
                  <a:ext uri="{FF2B5EF4-FFF2-40B4-BE49-F238E27FC236}">
                    <a16:creationId xmlns:a16="http://schemas.microsoft.com/office/drawing/2014/main" id="{8F76D774-8C1B-434D-BC4B-D7A623BC36D8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0" name="Group 48">
                  <a:extLst>
                    <a:ext uri="{FF2B5EF4-FFF2-40B4-BE49-F238E27FC236}">
                      <a16:creationId xmlns:a16="http://schemas.microsoft.com/office/drawing/2014/main" id="{1986D2A1-ECAC-4444-9AA0-99C2BA6BDEF7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4" name="Straight Connector 52">
                    <a:extLst>
                      <a:ext uri="{FF2B5EF4-FFF2-40B4-BE49-F238E27FC236}">
                        <a16:creationId xmlns:a16="http://schemas.microsoft.com/office/drawing/2014/main" id="{5043C531-DA5D-495B-952D-BAB4F97D30F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3">
                    <a:extLst>
                      <a:ext uri="{FF2B5EF4-FFF2-40B4-BE49-F238E27FC236}">
                        <a16:creationId xmlns:a16="http://schemas.microsoft.com/office/drawing/2014/main" id="{2E5D1FBA-99EB-45E0-AEE1-20F926725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Group 49">
                  <a:extLst>
                    <a:ext uri="{FF2B5EF4-FFF2-40B4-BE49-F238E27FC236}">
                      <a16:creationId xmlns:a16="http://schemas.microsoft.com/office/drawing/2014/main" id="{5D78912D-BD2D-4CFD-B235-386F66AB7F3D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2" name="Straight Connector 50">
                    <a:extLst>
                      <a:ext uri="{FF2B5EF4-FFF2-40B4-BE49-F238E27FC236}">
                        <a16:creationId xmlns:a16="http://schemas.microsoft.com/office/drawing/2014/main" id="{4AC8CB59-FDEC-408F-9C8F-DC6718B39B4B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1">
                    <a:extLst>
                      <a:ext uri="{FF2B5EF4-FFF2-40B4-BE49-F238E27FC236}">
                        <a16:creationId xmlns:a16="http://schemas.microsoft.com/office/drawing/2014/main" id="{882953B4-2B51-418D-A4C1-F5A56365A5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50939DA5-1CCF-49A3-86F1-D71EAD9C752A}"/>
                </a:ext>
              </a:extLst>
            </p:cNvPr>
            <p:cNvGrpSpPr/>
            <p:nvPr/>
          </p:nvGrpSpPr>
          <p:grpSpPr>
            <a:xfrm>
              <a:off x="7423078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34" name="Group 61">
                <a:extLst>
                  <a:ext uri="{FF2B5EF4-FFF2-40B4-BE49-F238E27FC236}">
                    <a16:creationId xmlns:a16="http://schemas.microsoft.com/office/drawing/2014/main" id="{FE1C24F0-CE46-4924-A53A-FD93D0D36EA6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42" name="Group 69">
                  <a:extLst>
                    <a:ext uri="{FF2B5EF4-FFF2-40B4-BE49-F238E27FC236}">
                      <a16:creationId xmlns:a16="http://schemas.microsoft.com/office/drawing/2014/main" id="{92FC3369-5773-49EE-A10C-35A442895814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6" name="Straight Connector 73">
                    <a:extLst>
                      <a:ext uri="{FF2B5EF4-FFF2-40B4-BE49-F238E27FC236}">
                        <a16:creationId xmlns:a16="http://schemas.microsoft.com/office/drawing/2014/main" id="{9CA948D0-02DE-4570-8DE1-7CDBC4F9FEA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74">
                    <a:extLst>
                      <a:ext uri="{FF2B5EF4-FFF2-40B4-BE49-F238E27FC236}">
                        <a16:creationId xmlns:a16="http://schemas.microsoft.com/office/drawing/2014/main" id="{F9B24628-FDBB-4176-9E0F-AA5056650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Group 70">
                  <a:extLst>
                    <a:ext uri="{FF2B5EF4-FFF2-40B4-BE49-F238E27FC236}">
                      <a16:creationId xmlns:a16="http://schemas.microsoft.com/office/drawing/2014/main" id="{769E6438-D124-4663-8395-58EA3AE997F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4" name="Straight Connector 71">
                    <a:extLst>
                      <a:ext uri="{FF2B5EF4-FFF2-40B4-BE49-F238E27FC236}">
                        <a16:creationId xmlns:a16="http://schemas.microsoft.com/office/drawing/2014/main" id="{422AD38C-CADD-424D-9B2C-100EBC39E82C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Connector 72">
                    <a:extLst>
                      <a:ext uri="{FF2B5EF4-FFF2-40B4-BE49-F238E27FC236}">
                        <a16:creationId xmlns:a16="http://schemas.microsoft.com/office/drawing/2014/main" id="{36FA89F1-81C4-4116-AE89-77572E439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Group 62">
                <a:extLst>
                  <a:ext uri="{FF2B5EF4-FFF2-40B4-BE49-F238E27FC236}">
                    <a16:creationId xmlns:a16="http://schemas.microsoft.com/office/drawing/2014/main" id="{06DF7CFD-E944-4E42-88D0-8A2DA021335E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36" name="Group 63">
                  <a:extLst>
                    <a:ext uri="{FF2B5EF4-FFF2-40B4-BE49-F238E27FC236}">
                      <a16:creationId xmlns:a16="http://schemas.microsoft.com/office/drawing/2014/main" id="{79B4807B-22F3-47F2-9572-695681F9EABF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0" name="Straight Connector 67">
                    <a:extLst>
                      <a:ext uri="{FF2B5EF4-FFF2-40B4-BE49-F238E27FC236}">
                        <a16:creationId xmlns:a16="http://schemas.microsoft.com/office/drawing/2014/main" id="{5FA79660-EEA3-4E56-9623-3F0F4F31A2B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68">
                    <a:extLst>
                      <a:ext uri="{FF2B5EF4-FFF2-40B4-BE49-F238E27FC236}">
                        <a16:creationId xmlns:a16="http://schemas.microsoft.com/office/drawing/2014/main" id="{A2A4EFDE-E701-4E7E-AED7-CA36E20A1B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64">
                  <a:extLst>
                    <a:ext uri="{FF2B5EF4-FFF2-40B4-BE49-F238E27FC236}">
                      <a16:creationId xmlns:a16="http://schemas.microsoft.com/office/drawing/2014/main" id="{45A235E9-1D9E-4B40-BA47-4AFC7972EBD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38" name="Straight Connector 65">
                    <a:extLst>
                      <a:ext uri="{FF2B5EF4-FFF2-40B4-BE49-F238E27FC236}">
                        <a16:creationId xmlns:a16="http://schemas.microsoft.com/office/drawing/2014/main" id="{A20A7E15-6DE0-4881-B5F0-1EE7F20EA71A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66">
                    <a:extLst>
                      <a:ext uri="{FF2B5EF4-FFF2-40B4-BE49-F238E27FC236}">
                        <a16:creationId xmlns:a16="http://schemas.microsoft.com/office/drawing/2014/main" id="{6980D04B-5D69-4E5F-8D8F-8D4FB01FC9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642880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110932" y="3718592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CCP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05502" y="3708115"/>
            <a:ext cx="1686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CRP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9" name="Picture 6" descr="File:Haskell-Logo.svg - Wikimedia Comm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2295" y="3538611"/>
            <a:ext cx="1063071" cy="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16">
            <a:extLst>
              <a:ext uri="{FF2B5EF4-FFF2-40B4-BE49-F238E27FC236}">
                <a16:creationId xmlns:a16="http://schemas.microsoft.com/office/drawing/2014/main" id="{4F093A01-AFA5-4432-BC90-9F7CC1329D20}"/>
              </a:ext>
            </a:extLst>
          </p:cNvPr>
          <p:cNvGrpSpPr/>
          <p:nvPr/>
        </p:nvGrpSpPr>
        <p:grpSpPr>
          <a:xfrm>
            <a:off x="1263265" y="4528635"/>
            <a:ext cx="9682096" cy="156870"/>
            <a:chOff x="1641335" y="4360680"/>
            <a:chExt cx="9682096" cy="156870"/>
          </a:xfrm>
        </p:grpSpPr>
        <p:grpSp>
          <p:nvGrpSpPr>
            <p:cNvPr id="31" name="Group 14">
              <a:extLst>
                <a:ext uri="{FF2B5EF4-FFF2-40B4-BE49-F238E27FC236}">
                  <a16:creationId xmlns:a16="http://schemas.microsoft.com/office/drawing/2014/main" id="{F87F92B1-E98F-4613-99DC-24DAA46E862D}"/>
                </a:ext>
              </a:extLst>
            </p:cNvPr>
            <p:cNvGrpSpPr/>
            <p:nvPr/>
          </p:nvGrpSpPr>
          <p:grpSpPr>
            <a:xfrm>
              <a:off x="1641335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62" name="Group 13">
                <a:extLst>
                  <a:ext uri="{FF2B5EF4-FFF2-40B4-BE49-F238E27FC236}">
                    <a16:creationId xmlns:a16="http://schemas.microsoft.com/office/drawing/2014/main" id="{461965AA-ACFF-479C-A844-C9C0C09DDB07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70" name="Group 12">
                  <a:extLst>
                    <a:ext uri="{FF2B5EF4-FFF2-40B4-BE49-F238E27FC236}">
                      <a16:creationId xmlns:a16="http://schemas.microsoft.com/office/drawing/2014/main" id="{6CA4CF4D-5511-44F9-8FDD-3DA7FEDEDCC6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4" name="Straight Connector 8">
                    <a:extLst>
                      <a:ext uri="{FF2B5EF4-FFF2-40B4-BE49-F238E27FC236}">
                        <a16:creationId xmlns:a16="http://schemas.microsoft.com/office/drawing/2014/main" id="{84B4C120-D00C-4896-AB94-954E4A696F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Connector 24">
                    <a:extLst>
                      <a:ext uri="{FF2B5EF4-FFF2-40B4-BE49-F238E27FC236}">
                        <a16:creationId xmlns:a16="http://schemas.microsoft.com/office/drawing/2014/main" id="{E952AD90-76AA-4FF8-9624-E7ABC6AFEC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 28">
                  <a:extLst>
                    <a:ext uri="{FF2B5EF4-FFF2-40B4-BE49-F238E27FC236}">
                      <a16:creationId xmlns:a16="http://schemas.microsoft.com/office/drawing/2014/main" id="{FE19ED00-AE23-4891-A571-6158619639E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72" name="Straight Connector 36">
                    <a:extLst>
                      <a:ext uri="{FF2B5EF4-FFF2-40B4-BE49-F238E27FC236}">
                        <a16:creationId xmlns:a16="http://schemas.microsoft.com/office/drawing/2014/main" id="{43458380-E4EF-4416-9036-F12123B63A23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37">
                    <a:extLst>
                      <a:ext uri="{FF2B5EF4-FFF2-40B4-BE49-F238E27FC236}">
                        <a16:creationId xmlns:a16="http://schemas.microsoft.com/office/drawing/2014/main" id="{81C3F3B2-2263-4554-9F2E-EE84FC4A0D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" name="Group 38">
                <a:extLst>
                  <a:ext uri="{FF2B5EF4-FFF2-40B4-BE49-F238E27FC236}">
                    <a16:creationId xmlns:a16="http://schemas.microsoft.com/office/drawing/2014/main" id="{C70D5619-0F38-414E-8C9D-ECC1CCB85D8C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64" name="Group 39">
                  <a:extLst>
                    <a:ext uri="{FF2B5EF4-FFF2-40B4-BE49-F238E27FC236}">
                      <a16:creationId xmlns:a16="http://schemas.microsoft.com/office/drawing/2014/main" id="{92DD0B0D-42A7-4356-AABA-9FCA4132F860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8" name="Straight Connector 43">
                    <a:extLst>
                      <a:ext uri="{FF2B5EF4-FFF2-40B4-BE49-F238E27FC236}">
                        <a16:creationId xmlns:a16="http://schemas.microsoft.com/office/drawing/2014/main" id="{41F7BB49-16E0-498A-80D0-4755B56D8A1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44">
                    <a:extLst>
                      <a:ext uri="{FF2B5EF4-FFF2-40B4-BE49-F238E27FC236}">
                        <a16:creationId xmlns:a16="http://schemas.microsoft.com/office/drawing/2014/main" id="{5C7B8391-C8F6-440C-8C87-DE2B42994F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Group 40">
                  <a:extLst>
                    <a:ext uri="{FF2B5EF4-FFF2-40B4-BE49-F238E27FC236}">
                      <a16:creationId xmlns:a16="http://schemas.microsoft.com/office/drawing/2014/main" id="{9C4BDFF6-A674-452C-8816-1B00AC22D1C9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6" name="Straight Connector 41">
                    <a:extLst>
                      <a:ext uri="{FF2B5EF4-FFF2-40B4-BE49-F238E27FC236}">
                        <a16:creationId xmlns:a16="http://schemas.microsoft.com/office/drawing/2014/main" id="{078915E2-D406-4410-BA89-D26A271B7C58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42">
                    <a:extLst>
                      <a:ext uri="{FF2B5EF4-FFF2-40B4-BE49-F238E27FC236}">
                        <a16:creationId xmlns:a16="http://schemas.microsoft.com/office/drawing/2014/main" id="{BA5ADD94-66CA-4DC6-8742-62FE4CF9FF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2" name="Group 45">
              <a:extLst>
                <a:ext uri="{FF2B5EF4-FFF2-40B4-BE49-F238E27FC236}">
                  <a16:creationId xmlns:a16="http://schemas.microsoft.com/office/drawing/2014/main" id="{B05881A6-CF06-4B4D-A660-C72BABCF75D8}"/>
                </a:ext>
              </a:extLst>
            </p:cNvPr>
            <p:cNvGrpSpPr/>
            <p:nvPr/>
          </p:nvGrpSpPr>
          <p:grpSpPr>
            <a:xfrm>
              <a:off x="5498527" y="4362454"/>
              <a:ext cx="3900353" cy="155096"/>
              <a:chOff x="2798496" y="4959070"/>
              <a:chExt cx="3900353" cy="155096"/>
            </a:xfrm>
          </p:grpSpPr>
          <p:grpSp>
            <p:nvGrpSpPr>
              <p:cNvPr id="48" name="Group 46">
                <a:extLst>
                  <a:ext uri="{FF2B5EF4-FFF2-40B4-BE49-F238E27FC236}">
                    <a16:creationId xmlns:a16="http://schemas.microsoft.com/office/drawing/2014/main" id="{2AF9FAFA-B2C6-422B-B7A4-713D9E913DDF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6" name="Group 54">
                  <a:extLst>
                    <a:ext uri="{FF2B5EF4-FFF2-40B4-BE49-F238E27FC236}">
                      <a16:creationId xmlns:a16="http://schemas.microsoft.com/office/drawing/2014/main" id="{568595DD-2D3D-4EF2-8686-8E9527BDE07C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60" name="Straight Connector 58">
                    <a:extLst>
                      <a:ext uri="{FF2B5EF4-FFF2-40B4-BE49-F238E27FC236}">
                        <a16:creationId xmlns:a16="http://schemas.microsoft.com/office/drawing/2014/main" id="{0C4477ED-2911-458C-8FAB-C2FF5106CC56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59">
                    <a:extLst>
                      <a:ext uri="{FF2B5EF4-FFF2-40B4-BE49-F238E27FC236}">
                        <a16:creationId xmlns:a16="http://schemas.microsoft.com/office/drawing/2014/main" id="{84A1CB7A-929A-42F8-AB01-92D73CB216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Group 55">
                  <a:extLst>
                    <a:ext uri="{FF2B5EF4-FFF2-40B4-BE49-F238E27FC236}">
                      <a16:creationId xmlns:a16="http://schemas.microsoft.com/office/drawing/2014/main" id="{92D5D319-B542-41BA-B5CE-42A1A0276E4E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8" name="Straight Connector 56">
                    <a:extLst>
                      <a:ext uri="{FF2B5EF4-FFF2-40B4-BE49-F238E27FC236}">
                        <a16:creationId xmlns:a16="http://schemas.microsoft.com/office/drawing/2014/main" id="{60B96DF1-B31E-4D7B-9F82-05A5AA9834A5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7">
                    <a:extLst>
                      <a:ext uri="{FF2B5EF4-FFF2-40B4-BE49-F238E27FC236}">
                        <a16:creationId xmlns:a16="http://schemas.microsoft.com/office/drawing/2014/main" id="{7E9C9CC4-8CD4-460F-89E2-181001C47B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" name="Group 47">
                <a:extLst>
                  <a:ext uri="{FF2B5EF4-FFF2-40B4-BE49-F238E27FC236}">
                    <a16:creationId xmlns:a16="http://schemas.microsoft.com/office/drawing/2014/main" id="{8F76D774-8C1B-434D-BC4B-D7A623BC36D8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50" name="Group 48">
                  <a:extLst>
                    <a:ext uri="{FF2B5EF4-FFF2-40B4-BE49-F238E27FC236}">
                      <a16:creationId xmlns:a16="http://schemas.microsoft.com/office/drawing/2014/main" id="{1986D2A1-ECAC-4444-9AA0-99C2BA6BDEF7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4" name="Straight Connector 52">
                    <a:extLst>
                      <a:ext uri="{FF2B5EF4-FFF2-40B4-BE49-F238E27FC236}">
                        <a16:creationId xmlns:a16="http://schemas.microsoft.com/office/drawing/2014/main" id="{5043C531-DA5D-495B-952D-BAB4F97D30FF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3">
                    <a:extLst>
                      <a:ext uri="{FF2B5EF4-FFF2-40B4-BE49-F238E27FC236}">
                        <a16:creationId xmlns:a16="http://schemas.microsoft.com/office/drawing/2014/main" id="{2E5D1FBA-99EB-45E0-AEE1-20F926725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Group 49">
                  <a:extLst>
                    <a:ext uri="{FF2B5EF4-FFF2-40B4-BE49-F238E27FC236}">
                      <a16:creationId xmlns:a16="http://schemas.microsoft.com/office/drawing/2014/main" id="{5D78912D-BD2D-4CFD-B235-386F66AB7F3D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52" name="Straight Connector 50">
                    <a:extLst>
                      <a:ext uri="{FF2B5EF4-FFF2-40B4-BE49-F238E27FC236}">
                        <a16:creationId xmlns:a16="http://schemas.microsoft.com/office/drawing/2014/main" id="{4AC8CB59-FDEC-408F-9C8F-DC6718B39B4B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1">
                    <a:extLst>
                      <a:ext uri="{FF2B5EF4-FFF2-40B4-BE49-F238E27FC236}">
                        <a16:creationId xmlns:a16="http://schemas.microsoft.com/office/drawing/2014/main" id="{882953B4-2B51-418D-A4C1-F5A56365A5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50939DA5-1CCF-49A3-86F1-D71EAD9C752A}"/>
                </a:ext>
              </a:extLst>
            </p:cNvPr>
            <p:cNvGrpSpPr/>
            <p:nvPr/>
          </p:nvGrpSpPr>
          <p:grpSpPr>
            <a:xfrm>
              <a:off x="7423078" y="4360680"/>
              <a:ext cx="3900353" cy="155096"/>
              <a:chOff x="2798496" y="4959070"/>
              <a:chExt cx="3900353" cy="155096"/>
            </a:xfrm>
          </p:grpSpPr>
          <p:grpSp>
            <p:nvGrpSpPr>
              <p:cNvPr id="34" name="Group 61">
                <a:extLst>
                  <a:ext uri="{FF2B5EF4-FFF2-40B4-BE49-F238E27FC236}">
                    <a16:creationId xmlns:a16="http://schemas.microsoft.com/office/drawing/2014/main" id="{FE1C24F0-CE46-4924-A53A-FD93D0D36EA6}"/>
                  </a:ext>
                </a:extLst>
              </p:cNvPr>
              <p:cNvGrpSpPr/>
              <p:nvPr/>
            </p:nvGrpSpPr>
            <p:grpSpPr>
              <a:xfrm>
                <a:off x="2798496" y="4960418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42" name="Group 69">
                  <a:extLst>
                    <a:ext uri="{FF2B5EF4-FFF2-40B4-BE49-F238E27FC236}">
                      <a16:creationId xmlns:a16="http://schemas.microsoft.com/office/drawing/2014/main" id="{92FC3369-5773-49EE-A10C-35A442895814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6" name="Straight Connector 73">
                    <a:extLst>
                      <a:ext uri="{FF2B5EF4-FFF2-40B4-BE49-F238E27FC236}">
                        <a16:creationId xmlns:a16="http://schemas.microsoft.com/office/drawing/2014/main" id="{9CA948D0-02DE-4570-8DE1-7CDBC4F9FEA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74">
                    <a:extLst>
                      <a:ext uri="{FF2B5EF4-FFF2-40B4-BE49-F238E27FC236}">
                        <a16:creationId xmlns:a16="http://schemas.microsoft.com/office/drawing/2014/main" id="{F9B24628-FDBB-4176-9E0F-AA5056650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Group 70">
                  <a:extLst>
                    <a:ext uri="{FF2B5EF4-FFF2-40B4-BE49-F238E27FC236}">
                      <a16:creationId xmlns:a16="http://schemas.microsoft.com/office/drawing/2014/main" id="{769E6438-D124-4663-8395-58EA3AE997F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4" name="Straight Connector 71">
                    <a:extLst>
                      <a:ext uri="{FF2B5EF4-FFF2-40B4-BE49-F238E27FC236}">
                        <a16:creationId xmlns:a16="http://schemas.microsoft.com/office/drawing/2014/main" id="{422AD38C-CADD-424D-9B2C-100EBC39E82C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Connector 72">
                    <a:extLst>
                      <a:ext uri="{FF2B5EF4-FFF2-40B4-BE49-F238E27FC236}">
                        <a16:creationId xmlns:a16="http://schemas.microsoft.com/office/drawing/2014/main" id="{36FA89F1-81C4-4116-AE89-77572E439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Group 62">
                <a:extLst>
                  <a:ext uri="{FF2B5EF4-FFF2-40B4-BE49-F238E27FC236}">
                    <a16:creationId xmlns:a16="http://schemas.microsoft.com/office/drawing/2014/main" id="{06DF7CFD-E944-4E42-88D0-8A2DA021335E}"/>
                  </a:ext>
                </a:extLst>
              </p:cNvPr>
              <p:cNvGrpSpPr/>
              <p:nvPr/>
            </p:nvGrpSpPr>
            <p:grpSpPr>
              <a:xfrm>
                <a:off x="4723044" y="4959070"/>
                <a:ext cx="1975805" cy="153748"/>
                <a:chOff x="2798496" y="4960418"/>
                <a:chExt cx="1975805" cy="153748"/>
              </a:xfrm>
            </p:grpSpPr>
            <p:grpSp>
              <p:nvGrpSpPr>
                <p:cNvPr id="36" name="Group 63">
                  <a:extLst>
                    <a:ext uri="{FF2B5EF4-FFF2-40B4-BE49-F238E27FC236}">
                      <a16:creationId xmlns:a16="http://schemas.microsoft.com/office/drawing/2014/main" id="{79B4807B-22F3-47F2-9572-695681F9EABF}"/>
                    </a:ext>
                  </a:extLst>
                </p:cNvPr>
                <p:cNvGrpSpPr/>
                <p:nvPr/>
              </p:nvGrpSpPr>
              <p:grpSpPr>
                <a:xfrm>
                  <a:off x="2799844" y="4961766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40" name="Straight Connector 67">
                    <a:extLst>
                      <a:ext uri="{FF2B5EF4-FFF2-40B4-BE49-F238E27FC236}">
                        <a16:creationId xmlns:a16="http://schemas.microsoft.com/office/drawing/2014/main" id="{5FA79660-EEA3-4E56-9623-3F0F4F31A2B2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68">
                    <a:extLst>
                      <a:ext uri="{FF2B5EF4-FFF2-40B4-BE49-F238E27FC236}">
                        <a16:creationId xmlns:a16="http://schemas.microsoft.com/office/drawing/2014/main" id="{A2A4EFDE-E701-4E7E-AED7-CA36E20A1B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" name="Group 64">
                  <a:extLst>
                    <a:ext uri="{FF2B5EF4-FFF2-40B4-BE49-F238E27FC236}">
                      <a16:creationId xmlns:a16="http://schemas.microsoft.com/office/drawing/2014/main" id="{45A235E9-1D9E-4B40-BA47-4AFC7972EBD5}"/>
                    </a:ext>
                  </a:extLst>
                </p:cNvPr>
                <p:cNvGrpSpPr/>
                <p:nvPr/>
              </p:nvGrpSpPr>
              <p:grpSpPr>
                <a:xfrm flipH="1">
                  <a:off x="2798496" y="4960418"/>
                  <a:ext cx="1974457" cy="152400"/>
                  <a:chOff x="2799844" y="4961766"/>
                  <a:chExt cx="1974457" cy="152400"/>
                </a:xfrm>
              </p:grpSpPr>
              <p:cxnSp>
                <p:nvCxnSpPr>
                  <p:cNvPr id="38" name="Straight Connector 65">
                    <a:extLst>
                      <a:ext uri="{FF2B5EF4-FFF2-40B4-BE49-F238E27FC236}">
                        <a16:creationId xmlns:a16="http://schemas.microsoft.com/office/drawing/2014/main" id="{A20A7E15-6DE0-4881-B5F0-1EE7F20EA71A}"/>
                      </a:ext>
                    </a:extLst>
                  </p:cNvPr>
                  <p:cNvCxnSpPr/>
                  <p:nvPr/>
                </p:nvCxnSpPr>
                <p:spPr>
                  <a:xfrm>
                    <a:off x="2799844" y="5097982"/>
                    <a:ext cx="1974457" cy="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66">
                    <a:extLst>
                      <a:ext uri="{FF2B5EF4-FFF2-40B4-BE49-F238E27FC236}">
                        <a16:creationId xmlns:a16="http://schemas.microsoft.com/office/drawing/2014/main" id="{6980D04B-5D69-4E5F-8D8F-8D4FB01FC9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22771" y="4961766"/>
                    <a:ext cx="0" cy="152400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p14:creationId xmlns:p14="http://schemas.microsoft.com/office/powerpoint/2010/main" val="4025500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64"/>
          <a:stretch/>
        </p:blipFill>
        <p:spPr>
          <a:xfrm>
            <a:off x="2491041" y="140682"/>
            <a:ext cx="7524539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544178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4" r="19454"/>
          <a:stretch/>
        </p:blipFill>
        <p:spPr>
          <a:xfrm>
            <a:off x="1990725" y="222250"/>
            <a:ext cx="8200294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48624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4" r="12109"/>
          <a:stretch/>
        </p:blipFill>
        <p:spPr>
          <a:xfrm>
            <a:off x="1352550" y="403225"/>
            <a:ext cx="9363075" cy="60515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93619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6342" y="203200"/>
            <a:ext cx="4276292" cy="64706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648383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7344"/>
          <a:stretch/>
        </p:blipFill>
        <p:spPr>
          <a:xfrm>
            <a:off x="4076700" y="341585"/>
            <a:ext cx="4022724" cy="624971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4076701" y="1815010"/>
            <a:ext cx="4022724" cy="678807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3541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200" y="1288805"/>
            <a:ext cx="6477000" cy="4359519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843204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17235</TotalTime>
  <Words>2253</Words>
  <Application>Microsoft Office PowerPoint</Application>
  <PresentationFormat>Широкоэкранный</PresentationFormat>
  <Paragraphs>458</Paragraphs>
  <Slides>110</Slides>
  <Notes>110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110</vt:i4>
      </vt:variant>
    </vt:vector>
  </HeadingPairs>
  <TitlesOfParts>
    <vt:vector size="115" baseType="lpstr">
      <vt:lpstr>Arial</vt:lpstr>
      <vt:lpstr>Calibri</vt:lpstr>
      <vt:lpstr>Calibri Light</vt:lpstr>
      <vt:lpstr>Roboto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107</cp:revision>
  <dcterms:created xsi:type="dcterms:W3CDTF">2024-05-14T14:02:45Z</dcterms:created>
  <dcterms:modified xsi:type="dcterms:W3CDTF">2024-06-02T13:19:20Z</dcterms:modified>
</cp:coreProperties>
</file>