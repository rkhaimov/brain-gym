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5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375" r:id="rId18"/>
    <p:sldId id="376" r:id="rId19"/>
    <p:sldId id="377" r:id="rId20"/>
    <p:sldId id="378" r:id="rId21"/>
    <p:sldId id="379" r:id="rId22"/>
    <p:sldId id="381" r:id="rId23"/>
    <p:sldId id="385" r:id="rId24"/>
    <p:sldId id="388" r:id="rId25"/>
    <p:sldId id="382" r:id="rId26"/>
    <p:sldId id="384" r:id="rId27"/>
    <p:sldId id="386" r:id="rId28"/>
    <p:sldId id="387" r:id="rId29"/>
    <p:sldId id="389" r:id="rId30"/>
    <p:sldId id="390" r:id="rId31"/>
    <p:sldId id="391" r:id="rId32"/>
    <p:sldId id="393" r:id="rId33"/>
    <p:sldId id="266" r:id="rId34"/>
    <p:sldId id="394" r:id="rId35"/>
    <p:sldId id="395" r:id="rId36"/>
    <p:sldId id="396" r:id="rId37"/>
    <p:sldId id="268" r:id="rId38"/>
    <p:sldId id="397" r:id="rId39"/>
    <p:sldId id="398" r:id="rId40"/>
    <p:sldId id="269" r:id="rId41"/>
    <p:sldId id="399" r:id="rId42"/>
    <p:sldId id="275" r:id="rId43"/>
    <p:sldId id="400" r:id="rId44"/>
    <p:sldId id="402" r:id="rId45"/>
    <p:sldId id="403" r:id="rId46"/>
    <p:sldId id="273" r:id="rId47"/>
    <p:sldId id="274" r:id="rId48"/>
    <p:sldId id="276" r:id="rId49"/>
    <p:sldId id="277" r:id="rId50"/>
    <p:sldId id="488" r:id="rId51"/>
    <p:sldId id="278" r:id="rId52"/>
    <p:sldId id="404" r:id="rId53"/>
    <p:sldId id="279" r:id="rId54"/>
    <p:sldId id="405" r:id="rId55"/>
    <p:sldId id="356" r:id="rId56"/>
    <p:sldId id="406" r:id="rId57"/>
    <p:sldId id="280" r:id="rId58"/>
    <p:sldId id="357" r:id="rId59"/>
    <p:sldId id="358" r:id="rId60"/>
    <p:sldId id="407" r:id="rId61"/>
    <p:sldId id="355" r:id="rId62"/>
    <p:sldId id="496" r:id="rId63"/>
    <p:sldId id="497" r:id="rId64"/>
    <p:sldId id="408" r:id="rId65"/>
    <p:sldId id="409" r:id="rId66"/>
    <p:sldId id="360" r:id="rId67"/>
    <p:sldId id="285" r:id="rId68"/>
    <p:sldId id="410" r:id="rId69"/>
    <p:sldId id="411" r:id="rId70"/>
    <p:sldId id="361" r:id="rId71"/>
    <p:sldId id="412" r:id="rId72"/>
    <p:sldId id="362" r:id="rId73"/>
    <p:sldId id="289" r:id="rId74"/>
    <p:sldId id="290" r:id="rId75"/>
    <p:sldId id="291" r:id="rId76"/>
    <p:sldId id="413" r:id="rId77"/>
    <p:sldId id="414" r:id="rId78"/>
    <p:sldId id="292" r:id="rId79"/>
    <p:sldId id="415" r:id="rId80"/>
    <p:sldId id="416" r:id="rId81"/>
    <p:sldId id="417" r:id="rId82"/>
    <p:sldId id="418" r:id="rId83"/>
    <p:sldId id="419" r:id="rId84"/>
    <p:sldId id="420" r:id="rId85"/>
    <p:sldId id="421" r:id="rId86"/>
    <p:sldId id="422" r:id="rId87"/>
    <p:sldId id="423" r:id="rId88"/>
    <p:sldId id="499" r:id="rId89"/>
    <p:sldId id="498" r:id="rId90"/>
    <p:sldId id="427" r:id="rId91"/>
    <p:sldId id="429" r:id="rId92"/>
    <p:sldId id="430" r:id="rId93"/>
    <p:sldId id="431" r:id="rId94"/>
    <p:sldId id="432" r:id="rId95"/>
    <p:sldId id="300" r:id="rId96"/>
    <p:sldId id="302" r:id="rId97"/>
    <p:sldId id="433" r:id="rId98"/>
    <p:sldId id="434" r:id="rId99"/>
    <p:sldId id="435" r:id="rId100"/>
    <p:sldId id="441" r:id="rId101"/>
    <p:sldId id="436" r:id="rId102"/>
    <p:sldId id="440" r:id="rId103"/>
    <p:sldId id="437" r:id="rId104"/>
    <p:sldId id="428" r:id="rId105"/>
    <p:sldId id="438" r:id="rId106"/>
    <p:sldId id="439" r:id="rId107"/>
    <p:sldId id="424" r:id="rId108"/>
    <p:sldId id="442" r:id="rId109"/>
    <p:sldId id="443" r:id="rId110"/>
    <p:sldId id="444" r:id="rId111"/>
    <p:sldId id="445" r:id="rId112"/>
    <p:sldId id="447" r:id="rId113"/>
    <p:sldId id="448" r:id="rId114"/>
    <p:sldId id="450" r:id="rId115"/>
    <p:sldId id="449" r:id="rId116"/>
    <p:sldId id="451" r:id="rId117"/>
    <p:sldId id="452" r:id="rId118"/>
    <p:sldId id="453" r:id="rId119"/>
    <p:sldId id="454" r:id="rId120"/>
    <p:sldId id="486" r:id="rId121"/>
    <p:sldId id="487" r:id="rId122"/>
    <p:sldId id="485" r:id="rId123"/>
    <p:sldId id="492" r:id="rId12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59259" autoAdjust="0"/>
  </p:normalViewPr>
  <p:slideViewPr>
    <p:cSldViewPr snapToGrid="0">
      <p:cViewPr varScale="1">
        <p:scale>
          <a:sx n="96" d="100"/>
          <a:sy n="96" d="100"/>
        </p:scale>
        <p:origin x="500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12.06.2024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Мы увидим дальше причем здесь производительность труда когда речь идет об </a:t>
            </a:r>
            <a:r>
              <a:rPr lang="en-US" dirty="0" err="1">
                <a:cs typeface="Calibri"/>
              </a:rPr>
              <a:t>srp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ответственности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добавлении нового источника данных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всех существующих. Избавиться от этого шума легко,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проблема здесь заключается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говоря уже о том что в общей функции по прежнему остается поведение интересное конкретному клиенту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вместе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Отсюда и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приходится вносить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Одним из вариантов решения проблемы является тактика выжидания.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протяжении всей статьи с разных сторон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демонстировался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столько сам принцип SRP, сколько то ключевое свойство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которое он направлен, а именно - адаптивность программы к изменениям. ПО которое плохо поддается модификациям называют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исскуственно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сложным*. Для особо запущенных проектов существует даже отдельное понятие - устаревший (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legacy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проект.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Устаревший он не потому, что ему много лет, а из-за того насколько сильно он сопротивляется входящим модификациям.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Устаревшим проект может стать и через неделю.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181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– мы его сейчас не касаемся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22722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145C0-DD4A-44C1-8750-F7A7A5BED6B6}" type="datetime1">
              <a:rPr lang="ru-RU" smtClean="0"/>
              <a:t>12.06.2024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6B447-5438-4A9A-A960-18786CFC83EC}" type="datetime1">
              <a:rPr lang="ru-RU" smtClean="0"/>
              <a:t>12.06.2024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26A34-BAF4-4B98-B719-6B2D528A5BBE}" type="datetime1">
              <a:rPr lang="ru-RU" smtClean="0"/>
              <a:t>12.06.2024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F7C59-24A4-423B-B76C-ED5ECBE6938B}" type="datetime1">
              <a:rPr lang="ru-RU" smtClean="0"/>
              <a:t>12.06.2024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7AEE7-214E-4535-9835-436814346778}" type="datetime1">
              <a:rPr lang="ru-RU" smtClean="0"/>
              <a:t>12.06.2024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129DA-1EE2-4ECC-9677-565C71E5081F}" type="datetime1">
              <a:rPr lang="ru-RU" smtClean="0"/>
              <a:t>12.06.2024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5F30-5EA1-4E66-92EF-8BE1486638D4}" type="datetime1">
              <a:rPr lang="ru-RU" smtClean="0"/>
              <a:t>12.06.2024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D9763-EDDD-4ED1-B779-F8118B999F3C}" type="datetime1">
              <a:rPr lang="ru-RU" smtClean="0"/>
              <a:t>12.06.2024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3434-CB6B-4A11-8A15-25DC0FE6D433}" type="datetime1">
              <a:rPr lang="ru-RU" smtClean="0"/>
              <a:t>12.06.2024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916DA-83E4-493F-AD67-613106496AD4}" type="datetime1">
              <a:rPr lang="ru-RU" smtClean="0"/>
              <a:t>12.06.2024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AD4A3-5DBE-4F76-AD3A-7D06F2D794BB}" type="datetime1">
              <a:rPr lang="ru-RU" smtClean="0"/>
              <a:t>12.06.2024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D7C63-939F-4B82-B746-F23B52104B87}" type="datetime1">
              <a:rPr lang="ru-RU" smtClean="0"/>
              <a:t>12.06.2024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5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030" y="259460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26"/>
          <a:stretch/>
        </p:blipFill>
        <p:spPr>
          <a:xfrm>
            <a:off x="6725012" y="528952"/>
            <a:ext cx="3729628" cy="5292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87330416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274838"/>
            <a:ext cx="64043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УДАЛЕНИЕ</a:t>
            </a:r>
          </a:p>
          <a:p>
            <a:pPr algn="ctr"/>
            <a:endParaRPr lang="ru-RU" sz="48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1268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17854</TotalTime>
  <Words>4947</Words>
  <Application>Microsoft Office PowerPoint</Application>
  <PresentationFormat>Widescreen</PresentationFormat>
  <Paragraphs>476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31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283</cp:revision>
  <dcterms:created xsi:type="dcterms:W3CDTF">2024-05-14T14:02:45Z</dcterms:created>
  <dcterms:modified xsi:type="dcterms:W3CDTF">2024-06-12T09:32:02Z</dcterms:modified>
</cp:coreProperties>
</file>