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9"/>
  </p:notesMasterIdLst>
  <p:sldIdLst>
    <p:sldId id="257" r:id="rId2"/>
    <p:sldId id="258" r:id="rId3"/>
    <p:sldId id="259" r:id="rId4"/>
    <p:sldId id="261" r:id="rId5"/>
    <p:sldId id="262" r:id="rId6"/>
    <p:sldId id="260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67" r:id="rId20"/>
    <p:sldId id="276" r:id="rId21"/>
    <p:sldId id="277" r:id="rId22"/>
    <p:sldId id="278" r:id="rId23"/>
    <p:sldId id="279" r:id="rId24"/>
    <p:sldId id="280" r:id="rId25"/>
    <p:sldId id="281" r:id="rId26"/>
    <p:sldId id="283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9" r:id="rId60"/>
    <p:sldId id="318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8" r:id="rId69"/>
    <p:sldId id="327" r:id="rId70"/>
    <p:sldId id="329" r:id="rId71"/>
    <p:sldId id="330" r:id="rId72"/>
    <p:sldId id="331" r:id="rId73"/>
    <p:sldId id="332" r:id="rId74"/>
    <p:sldId id="333" r:id="rId75"/>
    <p:sldId id="334" r:id="rId76"/>
    <p:sldId id="336" r:id="rId77"/>
    <p:sldId id="335" r:id="rId78"/>
    <p:sldId id="337" r:id="rId79"/>
    <p:sldId id="338" r:id="rId80"/>
    <p:sldId id="339" r:id="rId81"/>
    <p:sldId id="340" r:id="rId82"/>
    <p:sldId id="341" r:id="rId83"/>
    <p:sldId id="342" r:id="rId84"/>
    <p:sldId id="343" r:id="rId85"/>
    <p:sldId id="344" r:id="rId86"/>
    <p:sldId id="345" r:id="rId87"/>
    <p:sldId id="346" r:id="rId8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F2F2F2"/>
    <a:srgbClr val="FF9999"/>
    <a:srgbClr val="FF7C8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2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52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645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2257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523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744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783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5093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8283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376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8307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331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14848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819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4802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646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4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783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7815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2214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067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7886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78407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9069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130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66169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32461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12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181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1272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8679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65609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3655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392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003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75017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6296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9961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6812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47256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3164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919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743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62373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5527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0411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36386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34582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9781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71056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3592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18140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383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21535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20452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9080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3476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35238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9966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31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5159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5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11F87-8142-4AA9-951B-96014A4B4A25}" type="datetimeFigureOut">
              <a:rPr lang="ru-RU" smtClean="0"/>
              <a:t>24.05.2024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5527" y="1040957"/>
            <a:ext cx="3580946" cy="4776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3971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229777" y="1467995"/>
            <a:ext cx="5732446" cy="3922010"/>
            <a:chOff x="3197166" y="2060894"/>
            <a:chExt cx="5732446" cy="3922010"/>
          </a:xfrm>
        </p:grpSpPr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13" name="Рисунок 1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  <p:pic>
          <p:nvPicPr>
            <p:cNvPr id="14" name="Рисунок 1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461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738945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98230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677985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849098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849098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5101720" y="3153223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6622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5101720" y="3153223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6805828" y="3203101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4960403" y="3967870"/>
            <a:ext cx="1995055" cy="997527"/>
            <a:chOff x="5101720" y="315322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01720" y="315322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6805828" y="320310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" name="Прямоугольник 3"/>
          <p:cNvSpPr/>
          <p:nvPr/>
        </p:nvSpPr>
        <p:spPr>
          <a:xfrm>
            <a:off x="2934867" y="11996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41058" y="11996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4257129" y="2267068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825464" y="2329653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960403" y="3967870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  <a:endParaRPr lang="en-US" dirty="0">
                  <a:solidFill>
                    <a:schemeClr val="tx1"/>
                  </a:solidFill>
                  <a:latin typeface="Roboto" panose="02000000000000000000" pitchFamily="2" charset="0"/>
                </a:endParaRP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536165"/>
            <a:ext cx="1220069" cy="122006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2314907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726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Прямоугольник 14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536165"/>
            <a:ext cx="1220069" cy="122006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2314907"/>
            <a:ext cx="1300076" cy="1300076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4221977" y="4530436"/>
            <a:ext cx="3778523" cy="1687484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217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6367"/>
          <a:stretch/>
        </p:blipFill>
        <p:spPr>
          <a:xfrm>
            <a:off x="3648398" y="1165308"/>
            <a:ext cx="4756520" cy="35971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3648398" y="1392887"/>
            <a:ext cx="4756520" cy="1134876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3648398" y="2527762"/>
            <a:ext cx="4756520" cy="2234737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035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/>
          <a:srcRect b="53236"/>
          <a:stretch/>
        </p:blipFill>
        <p:spPr>
          <a:xfrm>
            <a:off x="595086" y="0"/>
            <a:ext cx="5065486" cy="6847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/>
          <a:srcRect t="49448"/>
          <a:stretch/>
        </p:blipFill>
        <p:spPr>
          <a:xfrm>
            <a:off x="7019737" y="0"/>
            <a:ext cx="4685938" cy="68475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Прямоугольник 12"/>
          <p:cNvSpPr/>
          <p:nvPr/>
        </p:nvSpPr>
        <p:spPr>
          <a:xfrm>
            <a:off x="595086" y="1959429"/>
            <a:ext cx="5065486" cy="328022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7019737" y="1959429"/>
            <a:ext cx="4685938" cy="328022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3232"/>
          <a:stretch/>
        </p:blipFill>
        <p:spPr>
          <a:xfrm>
            <a:off x="445596" y="0"/>
            <a:ext cx="507277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49115" b="2109"/>
          <a:stretch/>
        </p:blipFill>
        <p:spPr>
          <a:xfrm>
            <a:off x="6687646" y="0"/>
            <a:ext cx="4863862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Прямоугольник 7"/>
          <p:cNvSpPr/>
          <p:nvPr/>
        </p:nvSpPr>
        <p:spPr>
          <a:xfrm>
            <a:off x="445595" y="3683000"/>
            <a:ext cx="507277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6687645" y="3733800"/>
            <a:ext cx="486386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4960403" y="3967870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934867" y="11996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41058" y="11996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4257129" y="2267068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825464" y="2329653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5415756" y="124984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587741" y="125045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/>
          <p:cNvGrpSpPr/>
          <p:nvPr/>
        </p:nvGrpSpPr>
        <p:grpSpPr>
          <a:xfrm>
            <a:off x="2781301" y="1911927"/>
            <a:ext cx="6883399" cy="3034147"/>
            <a:chOff x="2885687" y="1806560"/>
            <a:chExt cx="6883399" cy="303414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2885687" y="3843180"/>
              <a:ext cx="2689860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6825226" y="3843180"/>
              <a:ext cx="2943860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5" name="Прямоугольник 4"/>
            <p:cNvSpPr/>
            <p:nvPr/>
          </p:nvSpPr>
          <p:spPr>
            <a:xfrm>
              <a:off x="5136687" y="1806560"/>
              <a:ext cx="1995055" cy="99752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Правила валидации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6" name="Соединительная линия уступом 5"/>
            <p:cNvCxnSpPr>
              <a:stCxn id="28" idx="0"/>
              <a:endCxn id="5" idx="2"/>
            </p:cNvCxnSpPr>
            <p:nvPr/>
          </p:nvCxnSpPr>
          <p:spPr>
            <a:xfrm rot="5400000" flipH="1" flipV="1">
              <a:off x="4662870" y="2371835"/>
              <a:ext cx="1039093" cy="190359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Соединительная линия уступом 8"/>
            <p:cNvCxnSpPr>
              <a:stCxn id="4" idx="0"/>
              <a:endCxn id="5" idx="2"/>
            </p:cNvCxnSpPr>
            <p:nvPr/>
          </p:nvCxnSpPr>
          <p:spPr>
            <a:xfrm rot="16200000" flipV="1">
              <a:off x="6696140" y="2242163"/>
              <a:ext cx="1039093" cy="216294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72011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4960403" y="3967870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934867" y="11996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41058" y="11996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4257129" y="2267068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825464" y="2329653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5426139" y="125045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584745" y="1243383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6766926" y="16505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7162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7076381" y="163018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5484440" y="379807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662382" y="3792214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23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</a:t>
            </a:r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46994" y="4179077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CLIENT 0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515570" y="417907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1 (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целевой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731282" y="280366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SERVER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515570" y="1428258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3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886034" y="1428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2</a:t>
            </a:r>
          </a:p>
        </p:txBody>
      </p:sp>
      <p:cxnSp>
        <p:nvCxnSpPr>
          <p:cNvPr id="9" name="Соединительная линия уступом 8"/>
          <p:cNvCxnSpPr>
            <a:stCxn id="4" idx="3"/>
          </p:cNvCxnSpPr>
          <p:nvPr/>
        </p:nvCxnSpPr>
        <p:spPr>
          <a:xfrm flipV="1">
            <a:off x="4731282" y="3801195"/>
            <a:ext cx="1392145" cy="876646"/>
          </a:xfrm>
          <a:prstGeom prst="bentConnector3">
            <a:avLst>
              <a:gd name="adj1" fmla="val 9981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6" idx="1"/>
            <a:endCxn id="12" idx="2"/>
          </p:cNvCxnSpPr>
          <p:nvPr/>
        </p:nvCxnSpPr>
        <p:spPr>
          <a:xfrm rot="10800000">
            <a:off x="6123426" y="3801196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8" idx="3"/>
            <a:endCxn id="12" idx="0"/>
          </p:cNvCxnSpPr>
          <p:nvPr/>
        </p:nvCxnSpPr>
        <p:spPr>
          <a:xfrm>
            <a:off x="4731282" y="1927021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7" idx="1"/>
            <a:endCxn id="12" idx="0"/>
          </p:cNvCxnSpPr>
          <p:nvPr/>
        </p:nvCxnSpPr>
        <p:spPr>
          <a:xfrm rot="10800000" flipV="1">
            <a:off x="6123426" y="1927022"/>
            <a:ext cx="1392144" cy="876646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685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7076381" y="163018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5484440" y="379807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662382" y="3792214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2481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1536115" y="1927860"/>
            <a:ext cx="4088984" cy="250307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583079" y="2733428"/>
            <a:ext cx="1995055" cy="9975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Невалидный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 продукт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1605603" y="1999394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7011731" y="1999394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ensureProductIsValid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6900595" y="1920240"/>
            <a:ext cx="4088984" cy="250307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7947559" y="2733428"/>
            <a:ext cx="1995055" cy="9975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Невалидный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 продукт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766497" y="2669983"/>
            <a:ext cx="1003589" cy="1003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937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6492478" y="1658614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5484440" y="379807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6770261" y="165806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563642" y="448387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4563642" y="304179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onProductValidated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0832" y="2930521"/>
            <a:ext cx="1220069" cy="1220069"/>
          </a:xfrm>
          <a:prstGeom prst="rect">
            <a:avLst/>
          </a:prstGeom>
        </p:spPr>
      </p:pic>
      <p:grpSp>
        <p:nvGrpSpPr>
          <p:cNvPr id="22" name="Группа 21"/>
          <p:cNvGrpSpPr/>
          <p:nvPr/>
        </p:nvGrpSpPr>
        <p:grpSpPr>
          <a:xfrm rot="18900000">
            <a:off x="7735346" y="2967802"/>
            <a:ext cx="1200596" cy="1145505"/>
            <a:chOff x="2418438" y="1588447"/>
            <a:chExt cx="843369" cy="804670"/>
          </a:xfrm>
        </p:grpSpPr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2233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563642" y="448387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4563642" y="304179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onProductValidated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0832" y="2930521"/>
            <a:ext cx="1220069" cy="1220069"/>
          </a:xfrm>
          <a:prstGeom prst="rect">
            <a:avLst/>
          </a:prstGeom>
        </p:spPr>
      </p:pic>
      <p:grpSp>
        <p:nvGrpSpPr>
          <p:cNvPr id="22" name="Группа 21"/>
          <p:cNvGrpSpPr/>
          <p:nvPr/>
        </p:nvGrpSpPr>
        <p:grpSpPr>
          <a:xfrm rot="18900000">
            <a:off x="7735346" y="2967802"/>
            <a:ext cx="1200596" cy="1145505"/>
            <a:chOff x="2418438" y="1588447"/>
            <a:chExt cx="843369" cy="804670"/>
          </a:xfrm>
        </p:grpSpPr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0889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84985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030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741192" y="27617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847383" y="27617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5220280" y="279985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401111" y="2799858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748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6770261" y="165806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5179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620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ensureProductIsValid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0637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/>
          <a:srcRect b="6096"/>
          <a:stretch/>
        </p:blipFill>
        <p:spPr>
          <a:xfrm>
            <a:off x="3670712" y="257175"/>
            <a:ext cx="5365440" cy="60642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3670712" y="5683654"/>
            <a:ext cx="536544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723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709317" y="24188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Тесты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415833" y="24188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SUT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4" idx="3"/>
            <a:endCxn id="6" idx="1"/>
          </p:cNvCxnSpPr>
          <p:nvPr/>
        </p:nvCxnSpPr>
        <p:spPr>
          <a:xfrm>
            <a:off x="4493605" y="2917622"/>
            <a:ext cx="292222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4717828" y="2548289"/>
            <a:ext cx="2396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 smtClean="0">
                <a:latin typeface="Roboto" panose="02000000000000000000" pitchFamily="2" charset="0"/>
              </a:rPr>
              <a:t>Детали реализации</a:t>
            </a:r>
            <a:endParaRPr lang="en-US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897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886730" y="2599339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126989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Семантика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5077094" y="26093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8332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332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/>
          <p:cNvGrpSpPr/>
          <p:nvPr/>
        </p:nvGrpSpPr>
        <p:grpSpPr>
          <a:xfrm>
            <a:off x="3020482" y="353482"/>
            <a:ext cx="6151036" cy="6151036"/>
            <a:chOff x="2207152" y="-423920"/>
            <a:chExt cx="6151036" cy="6151036"/>
          </a:xfrm>
        </p:grpSpPr>
        <p:sp>
          <p:nvSpPr>
            <p:cNvPr id="21" name="Овал 20"/>
            <p:cNvSpPr/>
            <p:nvPr/>
          </p:nvSpPr>
          <p:spPr>
            <a:xfrm>
              <a:off x="2207152" y="-423920"/>
              <a:ext cx="6151036" cy="615103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Овал 11"/>
            <p:cNvSpPr/>
            <p:nvPr/>
          </p:nvSpPr>
          <p:spPr>
            <a:xfrm>
              <a:off x="3427266" y="796194"/>
              <a:ext cx="3710808" cy="3710808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4599252" y="1968180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5738433" y="3167389"/>
            <a:ext cx="7151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Тип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877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71052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91899" y="39619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2" y="396190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805140" y="400000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97018" y="400000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7986106" y="120242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234967" y="1152869"/>
            <a:ext cx="28873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Сигнатура объекта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sp>
        <p:nvSpPr>
          <p:cNvPr id="9" name="Овал 8"/>
          <p:cNvSpPr/>
          <p:nvPr/>
        </p:nvSpPr>
        <p:spPr>
          <a:xfrm>
            <a:off x="6864535" y="174879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4145040" y="2341705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16200000" flipV="1">
            <a:off x="6093672" y="2374273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67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412582" y="2745582"/>
            <a:ext cx="1366836" cy="136683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5916302" y="3167389"/>
            <a:ext cx="3593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/>
              <a:t>T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438610" y="4218264"/>
            <a:ext cx="131478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Эффект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86670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515724" y="511443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6382507" y="51144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496924" y="285770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cxnSp>
        <p:nvCxnSpPr>
          <p:cNvPr id="15" name="Соединительная линия уступом 14"/>
          <p:cNvCxnSpPr>
            <a:stCxn id="6" idx="0"/>
            <a:endCxn id="13" idx="2"/>
          </p:cNvCxnSpPr>
          <p:nvPr/>
        </p:nvCxnSpPr>
        <p:spPr>
          <a:xfrm rot="5400000" flipH="1" flipV="1">
            <a:off x="4268865" y="3494230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7" idx="0"/>
            <a:endCxn id="13" idx="2"/>
          </p:cNvCxnSpPr>
          <p:nvPr/>
        </p:nvCxnSpPr>
        <p:spPr>
          <a:xfrm rot="16200000" flipV="1">
            <a:off x="6217497" y="3526798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496924" y="97175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 smtClean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Прямая со стрелкой 17"/>
          <p:cNvCxnSpPr>
            <a:stCxn id="17" idx="2"/>
            <a:endCxn id="13" idx="0"/>
          </p:cNvCxnSpPr>
          <p:nvPr/>
        </p:nvCxnSpPr>
        <p:spPr>
          <a:xfrm>
            <a:off x="5889068" y="19692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229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46994" y="417907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CLIENT 0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515570" y="417907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731282" y="280366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SERVER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515570" y="14282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3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886034" y="1428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2</a:t>
            </a:r>
          </a:p>
        </p:txBody>
      </p:sp>
      <p:cxnSp>
        <p:nvCxnSpPr>
          <p:cNvPr id="9" name="Соединительная линия уступом 8"/>
          <p:cNvCxnSpPr>
            <a:stCxn id="4" idx="3"/>
          </p:cNvCxnSpPr>
          <p:nvPr/>
        </p:nvCxnSpPr>
        <p:spPr>
          <a:xfrm flipV="1">
            <a:off x="4731282" y="3801195"/>
            <a:ext cx="1392145" cy="876646"/>
          </a:xfrm>
          <a:prstGeom prst="bentConnector3">
            <a:avLst>
              <a:gd name="adj1" fmla="val 9981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6" idx="1"/>
            <a:endCxn id="12" idx="2"/>
          </p:cNvCxnSpPr>
          <p:nvPr/>
        </p:nvCxnSpPr>
        <p:spPr>
          <a:xfrm rot="10800000">
            <a:off x="6123426" y="3801196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8" idx="3"/>
            <a:endCxn id="12" idx="0"/>
          </p:cNvCxnSpPr>
          <p:nvPr/>
        </p:nvCxnSpPr>
        <p:spPr>
          <a:xfrm>
            <a:off x="4731282" y="1927021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7" idx="1"/>
            <a:endCxn id="12" idx="0"/>
          </p:cNvCxnSpPr>
          <p:nvPr/>
        </p:nvCxnSpPr>
        <p:spPr>
          <a:xfrm rot="10800000" flipV="1">
            <a:off x="6123426" y="1927022"/>
            <a:ext cx="1392144" cy="876646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049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suggestProductPriceByKind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4240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Скорость выполнения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17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Алгоритм поиска цены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9304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294619" y="396190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WindowsUI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38445" y="396190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AndroidUI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Общая логика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3596401" y="1793065"/>
            <a:ext cx="1259205" cy="307848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5400000" flipH="1" flipV="1">
            <a:off x="5133554" y="3330218"/>
            <a:ext cx="1259205" cy="41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443231" y="3961906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Web</a:t>
            </a:r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0" name="Соединительная линия уступом 19"/>
          <p:cNvCxnSpPr>
            <a:stCxn id="15" idx="0"/>
            <a:endCxn id="8" idx="2"/>
          </p:cNvCxnSpPr>
          <p:nvPr/>
        </p:nvCxnSpPr>
        <p:spPr>
          <a:xfrm rot="16200000" flipV="1">
            <a:off x="6685947" y="1781998"/>
            <a:ext cx="1259204" cy="310061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3336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9658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Получение статуса системы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8200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Отображение интерфейса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6514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00459" y="344651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5" y="333013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3413437" y="17590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8301642" y="705194"/>
            <a:ext cx="2784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формы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5992677" y="178397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18739" y="34714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837925" y="33664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84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6458989" y="4295284"/>
            <a:ext cx="3568124" cy="1249305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4119599" y="1286076"/>
            <a:ext cx="5907514" cy="3011604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48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1421476" y="3491345"/>
            <a:ext cx="2377440" cy="1438101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121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77934" y="2784764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114800" y="3474721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0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03119" y="2128059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039986" y="1246912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31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986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419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3896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714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3524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7108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582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5065524" y="390371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669292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644843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461756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7041075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5065524" y="22593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644843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7041075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5065524" y="555290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Нестабильный элемент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Прямая со стрелкой 8"/>
          <p:cNvCxnSpPr>
            <a:stCxn id="4" idx="2"/>
            <a:endCxn id="12" idx="0"/>
          </p:cNvCxnSpPr>
          <p:nvPr/>
        </p:nvCxnSpPr>
        <p:spPr>
          <a:xfrm>
            <a:off x="6263640" y="4901242"/>
            <a:ext cx="0" cy="6516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141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84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28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287975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5" idx="1"/>
            <a:endCxn id="6" idx="3"/>
          </p:cNvCxnSpPr>
          <p:nvPr/>
        </p:nvCxnSpPr>
        <p:spPr>
          <a:xfrm flipH="1">
            <a:off x="7445867" y="3378515"/>
            <a:ext cx="958895" cy="56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31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189792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8404762" y="3882965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Соединительная линия уступом 8"/>
          <p:cNvCxnSpPr>
            <a:stCxn id="5" idx="1"/>
            <a:endCxn id="6" idx="3"/>
          </p:cNvCxnSpPr>
          <p:nvPr/>
        </p:nvCxnSpPr>
        <p:spPr>
          <a:xfrm rot="10800000" flipV="1">
            <a:off x="7445868" y="2396692"/>
            <a:ext cx="958895" cy="98751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8" idx="1"/>
            <a:endCxn id="6" idx="3"/>
          </p:cNvCxnSpPr>
          <p:nvPr/>
        </p:nvCxnSpPr>
        <p:spPr>
          <a:xfrm rot="10800000">
            <a:off x="7445868" y="3384203"/>
            <a:ext cx="958895" cy="997527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759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2893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265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322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36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107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846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382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10647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Очередь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909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33906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контейнеров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/>
          <p:cNvSpPr/>
          <p:nvPr/>
        </p:nvSpPr>
        <p:spPr>
          <a:xfrm>
            <a:off x="9998192" y="41276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Овал 22"/>
          <p:cNvSpPr/>
          <p:nvPr/>
        </p:nvSpPr>
        <p:spPr>
          <a:xfrm>
            <a:off x="3705486" y="411937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6856022" y="412965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3439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277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642880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2295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4025500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15737</TotalTime>
  <Words>1954</Words>
  <Application>Microsoft Office PowerPoint</Application>
  <PresentationFormat>Широкоэкранный</PresentationFormat>
  <Paragraphs>403</Paragraphs>
  <Slides>87</Slides>
  <Notes>87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87</vt:i4>
      </vt:variant>
    </vt:vector>
  </HeadingPairs>
  <TitlesOfParts>
    <vt:vector size="92" baseType="lpstr">
      <vt:lpstr>Arial</vt:lpstr>
      <vt:lpstr>Calibri</vt:lpstr>
      <vt:lpstr>Calibri Light</vt:lpstr>
      <vt:lpstr>Roboto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75</cp:revision>
  <dcterms:created xsi:type="dcterms:W3CDTF">2024-05-14T14:02:45Z</dcterms:created>
  <dcterms:modified xsi:type="dcterms:W3CDTF">2024-05-26T10:17:17Z</dcterms:modified>
</cp:coreProperties>
</file>