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9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400" r:id="rId45"/>
    <p:sldId id="402" r:id="rId46"/>
    <p:sldId id="403" r:id="rId47"/>
    <p:sldId id="273" r:id="rId48"/>
    <p:sldId id="274" r:id="rId49"/>
    <p:sldId id="276" r:id="rId50"/>
    <p:sldId id="277" r:id="rId51"/>
    <p:sldId id="488" r:id="rId52"/>
    <p:sldId id="278" r:id="rId53"/>
    <p:sldId id="404" r:id="rId54"/>
    <p:sldId id="279" r:id="rId55"/>
    <p:sldId id="405" r:id="rId56"/>
    <p:sldId id="356" r:id="rId57"/>
    <p:sldId id="406" r:id="rId58"/>
    <p:sldId id="280" r:id="rId59"/>
    <p:sldId id="357" r:id="rId60"/>
    <p:sldId id="358" r:id="rId61"/>
    <p:sldId id="407" r:id="rId62"/>
    <p:sldId id="355" r:id="rId63"/>
    <p:sldId id="496" r:id="rId64"/>
    <p:sldId id="497" r:id="rId65"/>
    <p:sldId id="408" r:id="rId66"/>
    <p:sldId id="409" r:id="rId67"/>
    <p:sldId id="360" r:id="rId68"/>
    <p:sldId id="285" r:id="rId69"/>
    <p:sldId id="410" r:id="rId70"/>
    <p:sldId id="411" r:id="rId71"/>
    <p:sldId id="361" r:id="rId72"/>
    <p:sldId id="412" r:id="rId73"/>
    <p:sldId id="362" r:id="rId74"/>
    <p:sldId id="289" r:id="rId75"/>
    <p:sldId id="290" r:id="rId76"/>
    <p:sldId id="291" r:id="rId77"/>
    <p:sldId id="413" r:id="rId78"/>
    <p:sldId id="414" r:id="rId79"/>
    <p:sldId id="292" r:id="rId80"/>
    <p:sldId id="415" r:id="rId81"/>
    <p:sldId id="416" r:id="rId82"/>
    <p:sldId id="417" r:id="rId83"/>
    <p:sldId id="418" r:id="rId84"/>
    <p:sldId id="419" r:id="rId85"/>
    <p:sldId id="420" r:id="rId86"/>
    <p:sldId id="421" r:id="rId87"/>
    <p:sldId id="422" r:id="rId88"/>
    <p:sldId id="423" r:id="rId89"/>
    <p:sldId id="499" r:id="rId90"/>
    <p:sldId id="498" r:id="rId91"/>
    <p:sldId id="503" r:id="rId92"/>
    <p:sldId id="427" r:id="rId93"/>
    <p:sldId id="501" r:id="rId94"/>
    <p:sldId id="429" r:id="rId95"/>
    <p:sldId id="430" r:id="rId96"/>
    <p:sldId id="502" r:id="rId97"/>
    <p:sldId id="431" r:id="rId98"/>
    <p:sldId id="432" r:id="rId99"/>
    <p:sldId id="300" r:id="rId100"/>
    <p:sldId id="302" r:id="rId101"/>
    <p:sldId id="433" r:id="rId102"/>
    <p:sldId id="434" r:id="rId103"/>
    <p:sldId id="435" r:id="rId104"/>
    <p:sldId id="441" r:id="rId105"/>
    <p:sldId id="436" r:id="rId106"/>
    <p:sldId id="440" r:id="rId107"/>
    <p:sldId id="437" r:id="rId108"/>
    <p:sldId id="428" r:id="rId109"/>
    <p:sldId id="438" r:id="rId110"/>
    <p:sldId id="439" r:id="rId111"/>
    <p:sldId id="424" r:id="rId112"/>
    <p:sldId id="442" r:id="rId113"/>
    <p:sldId id="443" r:id="rId114"/>
    <p:sldId id="444" r:id="rId115"/>
    <p:sldId id="445" r:id="rId116"/>
    <p:sldId id="447" r:id="rId117"/>
    <p:sldId id="448" r:id="rId118"/>
    <p:sldId id="450" r:id="rId119"/>
    <p:sldId id="449" r:id="rId120"/>
    <p:sldId id="451" r:id="rId121"/>
    <p:sldId id="452" r:id="rId122"/>
    <p:sldId id="453" r:id="rId123"/>
    <p:sldId id="454" r:id="rId124"/>
    <p:sldId id="425" r:id="rId125"/>
    <p:sldId id="455" r:id="rId126"/>
    <p:sldId id="485" r:id="rId127"/>
    <p:sldId id="492" r:id="rId1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67901" autoAdjust="0"/>
  </p:normalViewPr>
  <p:slideViewPr>
    <p:cSldViewPr snapToGrid="0">
      <p:cViewPr>
        <p:scale>
          <a:sx n="150" d="100"/>
          <a:sy n="150" d="100"/>
        </p:scale>
        <p:origin x="2928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19.06.2024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Мы увидим дальше причем здесь производительность труда когда речь идет об </a:t>
            </a:r>
            <a:r>
              <a:rPr lang="en-US" dirty="0" err="1">
                <a:cs typeface="Calibri"/>
              </a:rPr>
              <a:t>srp</a:t>
            </a:r>
            <a:r>
              <a:rPr lang="ru-RU" dirty="0">
                <a:cs typeface="Calibri"/>
              </a:rPr>
              <a:t>.</a:t>
            </a:r>
            <a:r>
              <a:rPr lang="ru-RU" baseline="0" dirty="0">
                <a:cs typeface="Calibri"/>
              </a:rPr>
              <a:t> Не стоит думать что речь пойдет исключительно о сухом определении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мы пойдем немного дальше и попробуем понять </a:t>
            </a:r>
            <a:r>
              <a:rPr lang="ru-RU" baseline="0" dirty="0" err="1">
                <a:cs typeface="Calibri"/>
              </a:rPr>
              <a:t>коренвую</a:t>
            </a:r>
            <a:r>
              <a:rPr lang="ru-RU" baseline="0" dirty="0">
                <a:cs typeface="Calibri"/>
              </a:rPr>
              <a:t> проблему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на которую данный принцип и направлен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ответственности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добавлении нового источника данных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всех существующих. Избавиться от этого шума легко,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проблема здесь заключается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говоря уже о том что в общей функции по прежнему остается поведение интересное конкретному клиенту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одновременно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сформулировать следующее правило - чем больше общих ответственностей между модулями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меньше между ними должно быть расстояние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часто изменяются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имеет смысл расположить их как можно ближе друг к другу.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Верно и обратное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меньше причин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которым разные сущности могут изменяться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дальше друг от друга они должны быть расположены.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Нарушением данного баланса и объясняются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задачи приходится вносить много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096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определения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наблюдательности.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 Но есть кое-что еще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 Отсюда и такая популярность итеративных методологий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8AF99-DAFA-4FC8-9568-7D664E24F84B}" type="datetime1">
              <a:rPr lang="ru-RU" smtClean="0"/>
              <a:t>19.06.2024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D8F94-3817-47A4-A3BB-120385D98D28}" type="datetime1">
              <a:rPr lang="ru-RU" smtClean="0"/>
              <a:t>19.06.2024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FCDEB-FC84-4639-AE65-6586B9AAEC1E}" type="datetime1">
              <a:rPr lang="ru-RU" smtClean="0"/>
              <a:t>19.06.2024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C6FF6-60F3-4412-8629-667F4255D749}" type="datetime1">
              <a:rPr lang="ru-RU" smtClean="0"/>
              <a:t>19.06.2024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66877-C715-492E-9CF4-930774FF79B0}" type="datetime1">
              <a:rPr lang="ru-RU" smtClean="0"/>
              <a:t>19.06.2024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128E-8050-4D05-B757-0380D9EE8119}" type="datetime1">
              <a:rPr lang="ru-RU" smtClean="0"/>
              <a:t>19.06.2024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BAEF-96C8-45A0-9342-0B94ECE2E2E2}" type="datetime1">
              <a:rPr lang="ru-RU" smtClean="0"/>
              <a:t>19.06.2024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E1AD2-08EA-4D66-A7B2-8A98D5976F81}" type="datetime1">
              <a:rPr lang="ru-RU" smtClean="0"/>
              <a:t>19.06.2024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13F85-3B81-4645-873F-612A21D708C1}" type="datetime1">
              <a:rPr lang="ru-RU" smtClean="0"/>
              <a:t>19.06.2024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6D3D0-8684-4FFC-A659-E60425A7C87C}" type="datetime1">
              <a:rPr lang="ru-RU" smtClean="0"/>
              <a:t>19.06.2024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08888-EEDC-46A7-B7B5-54BB284B412A}" type="datetime1">
              <a:rPr lang="ru-RU" smtClean="0"/>
              <a:t>19.06.2024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BA101-B661-4E79-9F01-799439C984FE}" type="datetime1">
              <a:rPr lang="ru-RU" smtClean="0"/>
              <a:t>19.06.2024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3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5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66.png"/><Relationship Id="rId4" Type="http://schemas.openxmlformats.org/officeDocument/2006/relationships/image" Target="../media/image36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030" y="259460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8BE2CDB-1658-41DF-89C9-F3AE500FB644}"/>
              </a:ext>
            </a:extLst>
          </p:cNvPr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CB6F7B9-EB6C-455C-9337-4FBD59670DE1}"/>
              </a:ext>
            </a:extLst>
          </p:cNvPr>
          <p:cNvGrpSpPr/>
          <p:nvPr/>
        </p:nvGrpSpPr>
        <p:grpSpPr>
          <a:xfrm>
            <a:off x="944610" y="2440654"/>
            <a:ext cx="10302780" cy="1976693"/>
            <a:chOff x="712835" y="2435652"/>
            <a:chExt cx="10302780" cy="1976693"/>
          </a:xfrm>
        </p:grpSpPr>
        <p:sp>
          <p:nvSpPr>
            <p:cNvPr id="5" name="TextBox 4"/>
            <p:cNvSpPr txBox="1"/>
            <p:nvPr/>
          </p:nvSpPr>
          <p:spPr>
            <a:xfrm>
              <a:off x="712835" y="3013500"/>
              <a:ext cx="45386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РАССТОЯНИЕ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9E220E-F80A-4E86-B88A-DD7032DF7B95}"/>
                </a:ext>
              </a:extLst>
            </p:cNvPr>
            <p:cNvSpPr txBox="1"/>
            <p:nvPr/>
          </p:nvSpPr>
          <p:spPr>
            <a:xfrm>
              <a:off x="5238221" y="3013499"/>
              <a:ext cx="8302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=</a:t>
              </a:r>
              <a:endParaRPr lang="en-US" sz="48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1ADAB7-CEB6-4CBB-93B1-3EF3ADE154EB}"/>
                </a:ext>
              </a:extLst>
            </p:cNvPr>
            <p:cNvSpPr txBox="1"/>
            <p:nvPr/>
          </p:nvSpPr>
          <p:spPr>
            <a:xfrm>
              <a:off x="7971692" y="2435652"/>
              <a:ext cx="117800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56D4450-EA03-4BE6-B0B5-48DAF7882BCA}"/>
                </a:ext>
              </a:extLst>
            </p:cNvPr>
            <p:cNvSpPr/>
            <p:nvPr/>
          </p:nvSpPr>
          <p:spPr>
            <a:xfrm>
              <a:off x="7013449" y="3355499"/>
              <a:ext cx="3084639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A0FBE56-607B-412F-93AC-62363C7202BB}"/>
                </a:ext>
              </a:extLst>
            </p:cNvPr>
            <p:cNvSpPr txBox="1"/>
            <p:nvPr/>
          </p:nvSpPr>
          <p:spPr>
            <a:xfrm>
              <a:off x="6096000" y="3581348"/>
              <a:ext cx="491961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КОЛ-ВО ОТВЕТ.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230352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17927</TotalTime>
  <Words>5071</Words>
  <Application>Microsoft Office PowerPoint</Application>
  <PresentationFormat>Widescreen</PresentationFormat>
  <Paragraphs>490</Paragraphs>
  <Slides>127</Slides>
  <Notes>127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127</vt:i4>
      </vt:variant>
    </vt:vector>
  </HeadingPairs>
  <TitlesOfParts>
    <vt:vector size="135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303</cp:revision>
  <dcterms:created xsi:type="dcterms:W3CDTF">2024-05-14T14:02:45Z</dcterms:created>
  <dcterms:modified xsi:type="dcterms:W3CDTF">2024-06-19T07:38:18Z</dcterms:modified>
</cp:coreProperties>
</file>