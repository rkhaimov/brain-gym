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5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  <Override PartName="/ppt/slides/slide119.xml" ContentType="application/vnd.openxmlformats-officedocument.presentationml.slide+xml"/>
  <Override PartName="/ppt/slides/slide120.xml" ContentType="application/vnd.openxmlformats-officedocument.presentationml.slide+xml"/>
  <Override PartName="/ppt/slides/slide121.xml" ContentType="application/vnd.openxmlformats-officedocument.presentationml.slide+xml"/>
  <Override PartName="/ppt/slides/slide122.xml" ContentType="application/vnd.openxmlformats-officedocument.presentationml.slide+xml"/>
  <Override PartName="/ppt/slides/slide123.xml" ContentType="application/vnd.openxmlformats-officedocument.presentationml.slide+xml"/>
  <Override PartName="/ppt/slides/slide124.xml" ContentType="application/vnd.openxmlformats-officedocument.presentationml.slide+xml"/>
  <Override PartName="/ppt/slides/slide125.xml" ContentType="application/vnd.openxmlformats-officedocument.presentationml.slide+xml"/>
  <Override PartName="/ppt/slides/slide126.xml" ContentType="application/vnd.openxmlformats-officedocument.presentationml.slide+xml"/>
  <Override PartName="/ppt/slides/slide127.xml" ContentType="application/vnd.openxmlformats-officedocument.presentationml.slide+xml"/>
  <Override PartName="/ppt/slides/slide128.xml" ContentType="application/vnd.openxmlformats-officedocument.presentationml.slide+xml"/>
  <Override PartName="/ppt/slides/slide129.xml" ContentType="application/vnd.openxmlformats-officedocument.presentationml.slide+xml"/>
  <Override PartName="/ppt/slides/slide130.xml" ContentType="application/vnd.openxmlformats-officedocument.presentationml.slide+xml"/>
  <Override PartName="/ppt/slides/slide131.xml" ContentType="application/vnd.openxmlformats-officedocument.presentationml.slide+xml"/>
  <Override PartName="/ppt/slides/slide132.xml" ContentType="application/vnd.openxmlformats-officedocument.presentationml.slide+xml"/>
  <Override PartName="/ppt/slides/slide133.xml" ContentType="application/vnd.openxmlformats-officedocument.presentationml.slide+xml"/>
  <Override PartName="/ppt/slides/slide134.xml" ContentType="application/vnd.openxmlformats-officedocument.presentationml.slide+xml"/>
  <Override PartName="/ppt/slides/slide135.xml" ContentType="application/vnd.openxmlformats-officedocument.presentationml.slide+xml"/>
  <Override PartName="/ppt/slides/slide136.xml" ContentType="application/vnd.openxmlformats-officedocument.presentationml.slide+xml"/>
  <Override PartName="/ppt/slides/slide137.xml" ContentType="application/vnd.openxmlformats-officedocument.presentationml.slide+xml"/>
  <Override PartName="/ppt/slides/slide138.xml" ContentType="application/vnd.openxmlformats-officedocument.presentationml.slide+xml"/>
  <Override PartName="/ppt/slides/slide139.xml" ContentType="application/vnd.openxmlformats-officedocument.presentationml.slide+xml"/>
  <Override PartName="/ppt/slides/slide140.xml" ContentType="application/vnd.openxmlformats-officedocument.presentationml.slide+xml"/>
  <Override PartName="/ppt/slides/slide141.xml" ContentType="application/vnd.openxmlformats-officedocument.presentationml.slide+xml"/>
  <Override PartName="/ppt/slides/slide142.xml" ContentType="application/vnd.openxmlformats-officedocument.presentationml.slide+xml"/>
  <Override PartName="/ppt/slides/slide143.xml" ContentType="application/vnd.openxmlformats-officedocument.presentationml.slide+xml"/>
  <Override PartName="/ppt/slides/slide144.xml" ContentType="application/vnd.openxmlformats-officedocument.presentationml.slide+xml"/>
  <Override PartName="/ppt/slides/slide145.xml" ContentType="application/vnd.openxmlformats-officedocument.presentationml.slide+xml"/>
  <Override PartName="/ppt/slides/slide146.xml" ContentType="application/vnd.openxmlformats-officedocument.presentationml.slide+xml"/>
  <Override PartName="/ppt/slides/slide147.xml" ContentType="application/vnd.openxmlformats-officedocument.presentationml.slide+xml"/>
  <Override PartName="/ppt/slides/slide148.xml" ContentType="application/vnd.openxmlformats-officedocument.presentationml.slide+xml"/>
  <Override PartName="/ppt/slides/slide149.xml" ContentType="application/vnd.openxmlformats-officedocument.presentationml.slide+xml"/>
  <Override PartName="/ppt/slides/slide150.xml" ContentType="application/vnd.openxmlformats-officedocument.presentationml.slide+xml"/>
  <Override PartName="/ppt/slides/slide151.xml" ContentType="application/vnd.openxmlformats-officedocument.presentationml.slide+xml"/>
  <Override PartName="/ppt/slides/slide15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4"/>
  </p:notesMasterIdLst>
  <p:sldIdLst>
    <p:sldId id="257" r:id="rId2"/>
    <p:sldId id="493" r:id="rId3"/>
    <p:sldId id="494" r:id="rId4"/>
    <p:sldId id="491" r:id="rId5"/>
    <p:sldId id="366" r:id="rId6"/>
    <p:sldId id="367" r:id="rId7"/>
    <p:sldId id="368" r:id="rId8"/>
    <p:sldId id="369" r:id="rId9"/>
    <p:sldId id="370" r:id="rId10"/>
    <p:sldId id="261" r:id="rId11"/>
    <p:sldId id="262" r:id="rId12"/>
    <p:sldId id="260" r:id="rId13"/>
    <p:sldId id="263" r:id="rId14"/>
    <p:sldId id="371" r:id="rId15"/>
    <p:sldId id="372" r:id="rId16"/>
    <p:sldId id="373" r:id="rId17"/>
    <p:sldId id="374" r:id="rId18"/>
    <p:sldId id="375" r:id="rId19"/>
    <p:sldId id="376" r:id="rId20"/>
    <p:sldId id="377" r:id="rId21"/>
    <p:sldId id="378" r:id="rId22"/>
    <p:sldId id="379" r:id="rId23"/>
    <p:sldId id="381" r:id="rId24"/>
    <p:sldId id="385" r:id="rId25"/>
    <p:sldId id="388" r:id="rId26"/>
    <p:sldId id="382" r:id="rId27"/>
    <p:sldId id="384" r:id="rId28"/>
    <p:sldId id="386" r:id="rId29"/>
    <p:sldId id="387" r:id="rId30"/>
    <p:sldId id="389" r:id="rId31"/>
    <p:sldId id="390" r:id="rId32"/>
    <p:sldId id="391" r:id="rId33"/>
    <p:sldId id="393" r:id="rId34"/>
    <p:sldId id="392" r:id="rId35"/>
    <p:sldId id="265" r:id="rId36"/>
    <p:sldId id="266" r:id="rId37"/>
    <p:sldId id="394" r:id="rId38"/>
    <p:sldId id="395" r:id="rId39"/>
    <p:sldId id="396" r:id="rId40"/>
    <p:sldId id="268" r:id="rId41"/>
    <p:sldId id="397" r:id="rId42"/>
    <p:sldId id="398" r:id="rId43"/>
    <p:sldId id="269" r:id="rId44"/>
    <p:sldId id="399" r:id="rId45"/>
    <p:sldId id="275" r:id="rId46"/>
    <p:sldId id="400" r:id="rId47"/>
    <p:sldId id="402" r:id="rId48"/>
    <p:sldId id="403" r:id="rId49"/>
    <p:sldId id="273" r:id="rId50"/>
    <p:sldId id="274" r:id="rId51"/>
    <p:sldId id="276" r:id="rId52"/>
    <p:sldId id="277" r:id="rId53"/>
    <p:sldId id="488" r:id="rId54"/>
    <p:sldId id="278" r:id="rId55"/>
    <p:sldId id="404" r:id="rId56"/>
    <p:sldId id="279" r:id="rId57"/>
    <p:sldId id="405" r:id="rId58"/>
    <p:sldId id="356" r:id="rId59"/>
    <p:sldId id="406" r:id="rId60"/>
    <p:sldId id="280" r:id="rId61"/>
    <p:sldId id="357" r:id="rId62"/>
    <p:sldId id="358" r:id="rId63"/>
    <p:sldId id="407" r:id="rId64"/>
    <p:sldId id="355" r:id="rId65"/>
    <p:sldId id="408" r:id="rId66"/>
    <p:sldId id="409" r:id="rId67"/>
    <p:sldId id="360" r:id="rId68"/>
    <p:sldId id="285" r:id="rId69"/>
    <p:sldId id="410" r:id="rId70"/>
    <p:sldId id="411" r:id="rId71"/>
    <p:sldId id="361" r:id="rId72"/>
    <p:sldId id="412" r:id="rId73"/>
    <p:sldId id="362" r:id="rId74"/>
    <p:sldId id="289" r:id="rId75"/>
    <p:sldId id="290" r:id="rId76"/>
    <p:sldId id="291" r:id="rId77"/>
    <p:sldId id="413" r:id="rId78"/>
    <p:sldId id="414" r:id="rId79"/>
    <p:sldId id="292" r:id="rId80"/>
    <p:sldId id="415" r:id="rId81"/>
    <p:sldId id="416" r:id="rId82"/>
    <p:sldId id="417" r:id="rId83"/>
    <p:sldId id="418" r:id="rId84"/>
    <p:sldId id="419" r:id="rId85"/>
    <p:sldId id="420" r:id="rId86"/>
    <p:sldId id="421" r:id="rId87"/>
    <p:sldId id="422" r:id="rId88"/>
    <p:sldId id="423" r:id="rId89"/>
    <p:sldId id="427" r:id="rId90"/>
    <p:sldId id="429" r:id="rId91"/>
    <p:sldId id="430" r:id="rId92"/>
    <p:sldId id="431" r:id="rId93"/>
    <p:sldId id="432" r:id="rId94"/>
    <p:sldId id="300" r:id="rId95"/>
    <p:sldId id="302" r:id="rId96"/>
    <p:sldId id="433" r:id="rId97"/>
    <p:sldId id="434" r:id="rId98"/>
    <p:sldId id="435" r:id="rId99"/>
    <p:sldId id="441" r:id="rId100"/>
    <p:sldId id="436" r:id="rId101"/>
    <p:sldId id="440" r:id="rId102"/>
    <p:sldId id="437" r:id="rId103"/>
    <p:sldId id="428" r:id="rId104"/>
    <p:sldId id="438" r:id="rId105"/>
    <p:sldId id="439" r:id="rId106"/>
    <p:sldId id="424" r:id="rId107"/>
    <p:sldId id="442" r:id="rId108"/>
    <p:sldId id="443" r:id="rId109"/>
    <p:sldId id="444" r:id="rId110"/>
    <p:sldId id="445" r:id="rId111"/>
    <p:sldId id="447" r:id="rId112"/>
    <p:sldId id="448" r:id="rId113"/>
    <p:sldId id="450" r:id="rId114"/>
    <p:sldId id="449" r:id="rId115"/>
    <p:sldId id="451" r:id="rId116"/>
    <p:sldId id="452" r:id="rId117"/>
    <p:sldId id="453" r:id="rId118"/>
    <p:sldId id="454" r:id="rId119"/>
    <p:sldId id="425" r:id="rId120"/>
    <p:sldId id="455" r:id="rId121"/>
    <p:sldId id="446" r:id="rId122"/>
    <p:sldId id="458" r:id="rId123"/>
    <p:sldId id="456" r:id="rId124"/>
    <p:sldId id="462" r:id="rId125"/>
    <p:sldId id="463" r:id="rId126"/>
    <p:sldId id="464" r:id="rId127"/>
    <p:sldId id="465" r:id="rId128"/>
    <p:sldId id="466" r:id="rId129"/>
    <p:sldId id="467" r:id="rId130"/>
    <p:sldId id="489" r:id="rId131"/>
    <p:sldId id="490" r:id="rId132"/>
    <p:sldId id="468" r:id="rId133"/>
    <p:sldId id="471" r:id="rId134"/>
    <p:sldId id="472" r:id="rId135"/>
    <p:sldId id="473" r:id="rId136"/>
    <p:sldId id="477" r:id="rId137"/>
    <p:sldId id="319" r:id="rId138"/>
    <p:sldId id="474" r:id="rId139"/>
    <p:sldId id="475" r:id="rId140"/>
    <p:sldId id="478" r:id="rId141"/>
    <p:sldId id="479" r:id="rId142"/>
    <p:sldId id="480" r:id="rId143"/>
    <p:sldId id="481" r:id="rId144"/>
    <p:sldId id="482" r:id="rId145"/>
    <p:sldId id="469" r:id="rId146"/>
    <p:sldId id="470" r:id="rId147"/>
    <p:sldId id="484" r:id="rId148"/>
    <p:sldId id="341" r:id="rId149"/>
    <p:sldId id="486" r:id="rId150"/>
    <p:sldId id="487" r:id="rId151"/>
    <p:sldId id="485" r:id="rId152"/>
    <p:sldId id="492" r:id="rId153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CC"/>
    <a:srgbClr val="FFFFFF"/>
    <a:srgbClr val="000000"/>
    <a:srgbClr val="F2F2F2"/>
    <a:srgbClr val="FF9999"/>
    <a:srgbClr val="FF7C8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204" autoAdjust="0"/>
    <p:restoredTop sz="86891" autoAdjust="0"/>
  </p:normalViewPr>
  <p:slideViewPr>
    <p:cSldViewPr snapToGrid="0">
      <p:cViewPr varScale="1">
        <p:scale>
          <a:sx n="91" d="100"/>
          <a:sy n="91" d="100"/>
        </p:scale>
        <p:origin x="102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17" Type="http://schemas.openxmlformats.org/officeDocument/2006/relationships/slide" Target="slides/slide116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63" Type="http://schemas.openxmlformats.org/officeDocument/2006/relationships/slide" Target="slides/slide62.xml"/><Relationship Id="rId84" Type="http://schemas.openxmlformats.org/officeDocument/2006/relationships/slide" Target="slides/slide83.xml"/><Relationship Id="rId138" Type="http://schemas.openxmlformats.org/officeDocument/2006/relationships/slide" Target="slides/slide137.xml"/><Relationship Id="rId107" Type="http://schemas.openxmlformats.org/officeDocument/2006/relationships/slide" Target="slides/slide106.xml"/><Relationship Id="rId11" Type="http://schemas.openxmlformats.org/officeDocument/2006/relationships/slide" Target="slides/slide10.xml"/><Relationship Id="rId32" Type="http://schemas.openxmlformats.org/officeDocument/2006/relationships/slide" Target="slides/slide31.xml"/><Relationship Id="rId53" Type="http://schemas.openxmlformats.org/officeDocument/2006/relationships/slide" Target="slides/slide52.xml"/><Relationship Id="rId74" Type="http://schemas.openxmlformats.org/officeDocument/2006/relationships/slide" Target="slides/slide73.xml"/><Relationship Id="rId128" Type="http://schemas.openxmlformats.org/officeDocument/2006/relationships/slide" Target="slides/slide127.xml"/><Relationship Id="rId149" Type="http://schemas.openxmlformats.org/officeDocument/2006/relationships/slide" Target="slides/slide148.xml"/><Relationship Id="rId5" Type="http://schemas.openxmlformats.org/officeDocument/2006/relationships/slide" Target="slides/slide4.xml"/><Relationship Id="rId95" Type="http://schemas.openxmlformats.org/officeDocument/2006/relationships/slide" Target="slides/slide94.xml"/><Relationship Id="rId22" Type="http://schemas.openxmlformats.org/officeDocument/2006/relationships/slide" Target="slides/slide21.xml"/><Relationship Id="rId43" Type="http://schemas.openxmlformats.org/officeDocument/2006/relationships/slide" Target="slides/slide42.xml"/><Relationship Id="rId64" Type="http://schemas.openxmlformats.org/officeDocument/2006/relationships/slide" Target="slides/slide63.xml"/><Relationship Id="rId118" Type="http://schemas.openxmlformats.org/officeDocument/2006/relationships/slide" Target="slides/slide117.xml"/><Relationship Id="rId139" Type="http://schemas.openxmlformats.org/officeDocument/2006/relationships/slide" Target="slides/slide138.xml"/><Relationship Id="rId80" Type="http://schemas.openxmlformats.org/officeDocument/2006/relationships/slide" Target="slides/slide79.xml"/><Relationship Id="rId85" Type="http://schemas.openxmlformats.org/officeDocument/2006/relationships/slide" Target="slides/slide84.xml"/><Relationship Id="rId150" Type="http://schemas.openxmlformats.org/officeDocument/2006/relationships/slide" Target="slides/slide149.xml"/><Relationship Id="rId155" Type="http://schemas.openxmlformats.org/officeDocument/2006/relationships/presProps" Target="presProps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59" Type="http://schemas.openxmlformats.org/officeDocument/2006/relationships/slide" Target="slides/slide58.xml"/><Relationship Id="rId103" Type="http://schemas.openxmlformats.org/officeDocument/2006/relationships/slide" Target="slides/slide102.xml"/><Relationship Id="rId108" Type="http://schemas.openxmlformats.org/officeDocument/2006/relationships/slide" Target="slides/slide107.xml"/><Relationship Id="rId124" Type="http://schemas.openxmlformats.org/officeDocument/2006/relationships/slide" Target="slides/slide123.xml"/><Relationship Id="rId129" Type="http://schemas.openxmlformats.org/officeDocument/2006/relationships/slide" Target="slides/slide128.xml"/><Relationship Id="rId54" Type="http://schemas.openxmlformats.org/officeDocument/2006/relationships/slide" Target="slides/slide53.xml"/><Relationship Id="rId70" Type="http://schemas.openxmlformats.org/officeDocument/2006/relationships/slide" Target="slides/slide69.xml"/><Relationship Id="rId75" Type="http://schemas.openxmlformats.org/officeDocument/2006/relationships/slide" Target="slides/slide74.xml"/><Relationship Id="rId91" Type="http://schemas.openxmlformats.org/officeDocument/2006/relationships/slide" Target="slides/slide90.xml"/><Relationship Id="rId96" Type="http://schemas.openxmlformats.org/officeDocument/2006/relationships/slide" Target="slides/slide95.xml"/><Relationship Id="rId140" Type="http://schemas.openxmlformats.org/officeDocument/2006/relationships/slide" Target="slides/slide139.xml"/><Relationship Id="rId145" Type="http://schemas.openxmlformats.org/officeDocument/2006/relationships/slide" Target="slides/slide144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49" Type="http://schemas.openxmlformats.org/officeDocument/2006/relationships/slide" Target="slides/slide48.xml"/><Relationship Id="rId114" Type="http://schemas.openxmlformats.org/officeDocument/2006/relationships/slide" Target="slides/slide113.xml"/><Relationship Id="rId119" Type="http://schemas.openxmlformats.org/officeDocument/2006/relationships/slide" Target="slides/slide118.xml"/><Relationship Id="rId44" Type="http://schemas.openxmlformats.org/officeDocument/2006/relationships/slide" Target="slides/slide43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81" Type="http://schemas.openxmlformats.org/officeDocument/2006/relationships/slide" Target="slides/slide80.xml"/><Relationship Id="rId86" Type="http://schemas.openxmlformats.org/officeDocument/2006/relationships/slide" Target="slides/slide85.xml"/><Relationship Id="rId130" Type="http://schemas.openxmlformats.org/officeDocument/2006/relationships/slide" Target="slides/slide129.xml"/><Relationship Id="rId135" Type="http://schemas.openxmlformats.org/officeDocument/2006/relationships/slide" Target="slides/slide134.xml"/><Relationship Id="rId151" Type="http://schemas.openxmlformats.org/officeDocument/2006/relationships/slide" Target="slides/slide150.xml"/><Relationship Id="rId156" Type="http://schemas.openxmlformats.org/officeDocument/2006/relationships/viewProps" Target="viewProps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109" Type="http://schemas.openxmlformats.org/officeDocument/2006/relationships/slide" Target="slides/slide10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slide" Target="slides/slide75.xml"/><Relationship Id="rId97" Type="http://schemas.openxmlformats.org/officeDocument/2006/relationships/slide" Target="slides/slide96.xml"/><Relationship Id="rId104" Type="http://schemas.openxmlformats.org/officeDocument/2006/relationships/slide" Target="slides/slide103.xml"/><Relationship Id="rId120" Type="http://schemas.openxmlformats.org/officeDocument/2006/relationships/slide" Target="slides/slide119.xml"/><Relationship Id="rId125" Type="http://schemas.openxmlformats.org/officeDocument/2006/relationships/slide" Target="slides/slide124.xml"/><Relationship Id="rId141" Type="http://schemas.openxmlformats.org/officeDocument/2006/relationships/slide" Target="slides/slide140.xml"/><Relationship Id="rId146" Type="http://schemas.openxmlformats.org/officeDocument/2006/relationships/slide" Target="slides/slide145.xml"/><Relationship Id="rId7" Type="http://schemas.openxmlformats.org/officeDocument/2006/relationships/slide" Target="slides/slide6.xml"/><Relationship Id="rId71" Type="http://schemas.openxmlformats.org/officeDocument/2006/relationships/slide" Target="slides/slide70.xml"/><Relationship Id="rId92" Type="http://schemas.openxmlformats.org/officeDocument/2006/relationships/slide" Target="slides/slide91.xml"/><Relationship Id="rId2" Type="http://schemas.openxmlformats.org/officeDocument/2006/relationships/slide" Target="slides/slide1.xml"/><Relationship Id="rId29" Type="http://schemas.openxmlformats.org/officeDocument/2006/relationships/slide" Target="slides/slide28.xml"/><Relationship Id="rId24" Type="http://schemas.openxmlformats.org/officeDocument/2006/relationships/slide" Target="slides/slide23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66" Type="http://schemas.openxmlformats.org/officeDocument/2006/relationships/slide" Target="slides/slide65.xml"/><Relationship Id="rId87" Type="http://schemas.openxmlformats.org/officeDocument/2006/relationships/slide" Target="slides/slide86.xml"/><Relationship Id="rId110" Type="http://schemas.openxmlformats.org/officeDocument/2006/relationships/slide" Target="slides/slide109.xml"/><Relationship Id="rId115" Type="http://schemas.openxmlformats.org/officeDocument/2006/relationships/slide" Target="slides/slide114.xml"/><Relationship Id="rId131" Type="http://schemas.openxmlformats.org/officeDocument/2006/relationships/slide" Target="slides/slide130.xml"/><Relationship Id="rId136" Type="http://schemas.openxmlformats.org/officeDocument/2006/relationships/slide" Target="slides/slide135.xml"/><Relationship Id="rId157" Type="http://schemas.openxmlformats.org/officeDocument/2006/relationships/theme" Target="theme/theme1.xml"/><Relationship Id="rId61" Type="http://schemas.openxmlformats.org/officeDocument/2006/relationships/slide" Target="slides/slide60.xml"/><Relationship Id="rId82" Type="http://schemas.openxmlformats.org/officeDocument/2006/relationships/slide" Target="slides/slide81.xml"/><Relationship Id="rId152" Type="http://schemas.openxmlformats.org/officeDocument/2006/relationships/slide" Target="slides/slide151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56" Type="http://schemas.openxmlformats.org/officeDocument/2006/relationships/slide" Target="slides/slide55.xml"/><Relationship Id="rId77" Type="http://schemas.openxmlformats.org/officeDocument/2006/relationships/slide" Target="slides/slide76.xml"/><Relationship Id="rId100" Type="http://schemas.openxmlformats.org/officeDocument/2006/relationships/slide" Target="slides/slide99.xml"/><Relationship Id="rId105" Type="http://schemas.openxmlformats.org/officeDocument/2006/relationships/slide" Target="slides/slide104.xml"/><Relationship Id="rId126" Type="http://schemas.openxmlformats.org/officeDocument/2006/relationships/slide" Target="slides/slide125.xml"/><Relationship Id="rId147" Type="http://schemas.openxmlformats.org/officeDocument/2006/relationships/slide" Target="slides/slide146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slide" Target="slides/slide71.xml"/><Relationship Id="rId93" Type="http://schemas.openxmlformats.org/officeDocument/2006/relationships/slide" Target="slides/slide92.xml"/><Relationship Id="rId98" Type="http://schemas.openxmlformats.org/officeDocument/2006/relationships/slide" Target="slides/slide97.xml"/><Relationship Id="rId121" Type="http://schemas.openxmlformats.org/officeDocument/2006/relationships/slide" Target="slides/slide120.xml"/><Relationship Id="rId142" Type="http://schemas.openxmlformats.org/officeDocument/2006/relationships/slide" Target="slides/slide141.xml"/><Relationship Id="rId3" Type="http://schemas.openxmlformats.org/officeDocument/2006/relationships/slide" Target="slides/slide2.xml"/><Relationship Id="rId25" Type="http://schemas.openxmlformats.org/officeDocument/2006/relationships/slide" Target="slides/slide24.xml"/><Relationship Id="rId46" Type="http://schemas.openxmlformats.org/officeDocument/2006/relationships/slide" Target="slides/slide45.xml"/><Relationship Id="rId67" Type="http://schemas.openxmlformats.org/officeDocument/2006/relationships/slide" Target="slides/slide66.xml"/><Relationship Id="rId116" Type="http://schemas.openxmlformats.org/officeDocument/2006/relationships/slide" Target="slides/slide115.xml"/><Relationship Id="rId137" Type="http://schemas.openxmlformats.org/officeDocument/2006/relationships/slide" Target="slides/slide136.xml"/><Relationship Id="rId158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62" Type="http://schemas.openxmlformats.org/officeDocument/2006/relationships/slide" Target="slides/slide61.xml"/><Relationship Id="rId83" Type="http://schemas.openxmlformats.org/officeDocument/2006/relationships/slide" Target="slides/slide82.xml"/><Relationship Id="rId88" Type="http://schemas.openxmlformats.org/officeDocument/2006/relationships/slide" Target="slides/slide87.xml"/><Relationship Id="rId111" Type="http://schemas.openxmlformats.org/officeDocument/2006/relationships/slide" Target="slides/slide110.xml"/><Relationship Id="rId132" Type="http://schemas.openxmlformats.org/officeDocument/2006/relationships/slide" Target="slides/slide131.xml"/><Relationship Id="rId153" Type="http://schemas.openxmlformats.org/officeDocument/2006/relationships/slide" Target="slides/slide152.xml"/><Relationship Id="rId15" Type="http://schemas.openxmlformats.org/officeDocument/2006/relationships/slide" Target="slides/slide14.xml"/><Relationship Id="rId36" Type="http://schemas.openxmlformats.org/officeDocument/2006/relationships/slide" Target="slides/slide35.xml"/><Relationship Id="rId57" Type="http://schemas.openxmlformats.org/officeDocument/2006/relationships/slide" Target="slides/slide56.xml"/><Relationship Id="rId106" Type="http://schemas.openxmlformats.org/officeDocument/2006/relationships/slide" Target="slides/slide105.xml"/><Relationship Id="rId127" Type="http://schemas.openxmlformats.org/officeDocument/2006/relationships/slide" Target="slides/slide12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52" Type="http://schemas.openxmlformats.org/officeDocument/2006/relationships/slide" Target="slides/slide51.xml"/><Relationship Id="rId73" Type="http://schemas.openxmlformats.org/officeDocument/2006/relationships/slide" Target="slides/slide72.xml"/><Relationship Id="rId78" Type="http://schemas.openxmlformats.org/officeDocument/2006/relationships/slide" Target="slides/slide77.xml"/><Relationship Id="rId94" Type="http://schemas.openxmlformats.org/officeDocument/2006/relationships/slide" Target="slides/slide93.xml"/><Relationship Id="rId99" Type="http://schemas.openxmlformats.org/officeDocument/2006/relationships/slide" Target="slides/slide98.xml"/><Relationship Id="rId101" Type="http://schemas.openxmlformats.org/officeDocument/2006/relationships/slide" Target="slides/slide100.xml"/><Relationship Id="rId122" Type="http://schemas.openxmlformats.org/officeDocument/2006/relationships/slide" Target="slides/slide121.xml"/><Relationship Id="rId143" Type="http://schemas.openxmlformats.org/officeDocument/2006/relationships/slide" Target="slides/slide142.xml"/><Relationship Id="rId148" Type="http://schemas.openxmlformats.org/officeDocument/2006/relationships/slide" Target="slides/slide147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26" Type="http://schemas.openxmlformats.org/officeDocument/2006/relationships/slide" Target="slides/slide25.xml"/><Relationship Id="rId47" Type="http://schemas.openxmlformats.org/officeDocument/2006/relationships/slide" Target="slides/slide46.xml"/><Relationship Id="rId68" Type="http://schemas.openxmlformats.org/officeDocument/2006/relationships/slide" Target="slides/slide67.xml"/><Relationship Id="rId89" Type="http://schemas.openxmlformats.org/officeDocument/2006/relationships/slide" Target="slides/slide88.xml"/><Relationship Id="rId112" Type="http://schemas.openxmlformats.org/officeDocument/2006/relationships/slide" Target="slides/slide111.xml"/><Relationship Id="rId133" Type="http://schemas.openxmlformats.org/officeDocument/2006/relationships/slide" Target="slides/slide132.xml"/><Relationship Id="rId154" Type="http://schemas.openxmlformats.org/officeDocument/2006/relationships/notesMaster" Target="notesMasters/notesMaster1.xml"/><Relationship Id="rId16" Type="http://schemas.openxmlformats.org/officeDocument/2006/relationships/slide" Target="slides/slide15.xml"/><Relationship Id="rId37" Type="http://schemas.openxmlformats.org/officeDocument/2006/relationships/slide" Target="slides/slide36.xml"/><Relationship Id="rId58" Type="http://schemas.openxmlformats.org/officeDocument/2006/relationships/slide" Target="slides/slide57.xml"/><Relationship Id="rId79" Type="http://schemas.openxmlformats.org/officeDocument/2006/relationships/slide" Target="slides/slide78.xml"/><Relationship Id="rId102" Type="http://schemas.openxmlformats.org/officeDocument/2006/relationships/slide" Target="slides/slide101.xml"/><Relationship Id="rId123" Type="http://schemas.openxmlformats.org/officeDocument/2006/relationships/slide" Target="slides/slide122.xml"/><Relationship Id="rId144" Type="http://schemas.openxmlformats.org/officeDocument/2006/relationships/slide" Target="slides/slide143.xml"/><Relationship Id="rId90" Type="http://schemas.openxmlformats.org/officeDocument/2006/relationships/slide" Target="slides/slide89.xml"/><Relationship Id="rId27" Type="http://schemas.openxmlformats.org/officeDocument/2006/relationships/slide" Target="slides/slide26.xml"/><Relationship Id="rId48" Type="http://schemas.openxmlformats.org/officeDocument/2006/relationships/slide" Target="slides/slide47.xml"/><Relationship Id="rId69" Type="http://schemas.openxmlformats.org/officeDocument/2006/relationships/slide" Target="slides/slide68.xml"/><Relationship Id="rId113" Type="http://schemas.openxmlformats.org/officeDocument/2006/relationships/slide" Target="slides/slide112.xml"/><Relationship Id="rId134" Type="http://schemas.openxmlformats.org/officeDocument/2006/relationships/slide" Target="slides/slide13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9D40A11-CADC-4377-A284-89921BCCB4A6}" type="datetimeFigureOut">
              <a:rPr lang="ru-RU" smtClean="0"/>
              <a:t>07.06.2024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90274D7-9FE7-446D-AC26-A85343DC777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90035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_rels/notesSlide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8.xml"/><Relationship Id="rId1" Type="http://schemas.openxmlformats.org/officeDocument/2006/relationships/notesMaster" Target="../notesMasters/notesMaster1.xml"/></Relationships>
</file>

<file path=ppt/notesSlides/_rels/notesSlide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9.xml"/><Relationship Id="rId1" Type="http://schemas.openxmlformats.org/officeDocument/2006/relationships/notesMaster" Target="../notesMasters/notesMaster1.xml"/></Relationships>
</file>

<file path=ppt/notesSlides/_rels/notesSlide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0.xml"/><Relationship Id="rId1" Type="http://schemas.openxmlformats.org/officeDocument/2006/relationships/notesMaster" Target="../notesMasters/notesMaster1.xml"/></Relationships>
</file>

<file path=ppt/notesSlides/_rels/notesSlide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1.xml"/><Relationship Id="rId1" Type="http://schemas.openxmlformats.org/officeDocument/2006/relationships/notesMaster" Target="../notesMasters/notesMaster1.xml"/></Relationships>
</file>

<file path=ppt/notesSlides/_rels/notesSlide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2.xml"/><Relationship Id="rId1" Type="http://schemas.openxmlformats.org/officeDocument/2006/relationships/notesMaster" Target="../notesMasters/notesMaster1.xml"/></Relationships>
</file>

<file path=ppt/notesSlides/_rels/notesSlide5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3.xml"/><Relationship Id="rId1" Type="http://schemas.openxmlformats.org/officeDocument/2006/relationships/notesMaster" Target="../notesMasters/notesMaster1.xml"/></Relationships>
</file>

<file path=ppt/notesSlides/_rels/notesSlide5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4.xml"/><Relationship Id="rId1" Type="http://schemas.openxmlformats.org/officeDocument/2006/relationships/notesMaster" Target="../notesMasters/notesMaster1.xml"/></Relationships>
</file>

<file path=ppt/notesSlides/_rels/notesSlide5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5.xml"/><Relationship Id="rId1" Type="http://schemas.openxmlformats.org/officeDocument/2006/relationships/notesMaster" Target="../notesMasters/notesMaster1.xml"/></Relationships>
</file>

<file path=ppt/notesSlides/_rels/notesSlide5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6.xml"/><Relationship Id="rId1" Type="http://schemas.openxmlformats.org/officeDocument/2006/relationships/notesMaster" Target="../notesMasters/notesMaster1.xml"/></Relationships>
</file>

<file path=ppt/notesSlides/_rels/notesSlide5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7.xml"/><Relationship Id="rId1" Type="http://schemas.openxmlformats.org/officeDocument/2006/relationships/notesMaster" Target="../notesMasters/notesMaster1.xml"/></Relationships>
</file>

<file path=ppt/notesSlides/_rels/notesSlide5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8.xml"/><Relationship Id="rId1" Type="http://schemas.openxmlformats.org/officeDocument/2006/relationships/notesMaster" Target="../notesMasters/notesMaster1.xml"/></Relationships>
</file>

<file path=ppt/notesSlides/_rels/notesSlide5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9.xml"/><Relationship Id="rId1" Type="http://schemas.openxmlformats.org/officeDocument/2006/relationships/notesMaster" Target="../notesMasters/notesMaster1.xml"/></Relationships>
</file>

<file path=ppt/notesSlides/_rels/notesSlide6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0.xml"/><Relationship Id="rId1" Type="http://schemas.openxmlformats.org/officeDocument/2006/relationships/notesMaster" Target="../notesMasters/notesMaster1.xml"/></Relationships>
</file>

<file path=ppt/notesSlides/_rels/notesSlide6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1.xml"/><Relationship Id="rId1" Type="http://schemas.openxmlformats.org/officeDocument/2006/relationships/notesMaster" Target="../notesMasters/notesMaster1.xml"/></Relationships>
</file>

<file path=ppt/notesSlides/_rels/notesSlide6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2.xml"/><Relationship Id="rId1" Type="http://schemas.openxmlformats.org/officeDocument/2006/relationships/notesMaster" Target="../notesMasters/notesMaster1.xml"/></Relationships>
</file>

<file path=ppt/notesSlides/_rels/notesSlide6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3.xml"/><Relationship Id="rId1" Type="http://schemas.openxmlformats.org/officeDocument/2006/relationships/notesMaster" Target="../notesMasters/notesMaster1.xml"/></Relationships>
</file>

<file path=ppt/notesSlides/_rels/notesSlide6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4.xml"/><Relationship Id="rId1" Type="http://schemas.openxmlformats.org/officeDocument/2006/relationships/notesMaster" Target="../notesMasters/notesMaster1.xml"/></Relationships>
</file>

<file path=ppt/notesSlides/_rels/notesSlide6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5.xml"/><Relationship Id="rId1" Type="http://schemas.openxmlformats.org/officeDocument/2006/relationships/notesMaster" Target="../notesMasters/notesMaster1.xml"/></Relationships>
</file>

<file path=ppt/notesSlides/_rels/notesSlide6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6.xml"/><Relationship Id="rId1" Type="http://schemas.openxmlformats.org/officeDocument/2006/relationships/notesMaster" Target="../notesMasters/notesMaster1.xml"/></Relationships>
</file>

<file path=ppt/notesSlides/_rels/notesSlide6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7.xml"/><Relationship Id="rId1" Type="http://schemas.openxmlformats.org/officeDocument/2006/relationships/notesMaster" Target="../notesMasters/notesMaster1.xml"/></Relationships>
</file>

<file path=ppt/notesSlides/_rels/notesSlide6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8.xml"/><Relationship Id="rId1" Type="http://schemas.openxmlformats.org/officeDocument/2006/relationships/notesMaster" Target="../notesMasters/notesMaster1.xml"/></Relationships>
</file>

<file path=ppt/notesSlides/_rels/notesSlide6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9.xml"/><Relationship Id="rId1" Type="http://schemas.openxmlformats.org/officeDocument/2006/relationships/notesMaster" Target="../notesMasters/notesMaster1.xml"/></Relationships>
</file>

<file path=ppt/notesSlides/_rels/notesSlide7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0.xml"/><Relationship Id="rId1" Type="http://schemas.openxmlformats.org/officeDocument/2006/relationships/notesMaster" Target="../notesMasters/notesMaster1.xml"/></Relationships>
</file>

<file path=ppt/notesSlides/_rels/notesSlide7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1.xml"/><Relationship Id="rId1" Type="http://schemas.openxmlformats.org/officeDocument/2006/relationships/notesMaster" Target="../notesMasters/notesMaster1.xml"/></Relationships>
</file>

<file path=ppt/notesSlides/_rels/notesSlide7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2.xml"/><Relationship Id="rId1" Type="http://schemas.openxmlformats.org/officeDocument/2006/relationships/notesMaster" Target="../notesMasters/notesMaster1.xml"/></Relationships>
</file>

<file path=ppt/notesSlides/_rels/notesSlide7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3.xml"/><Relationship Id="rId1" Type="http://schemas.openxmlformats.org/officeDocument/2006/relationships/notesMaster" Target="../notesMasters/notesMaster1.xml"/></Relationships>
</file>

<file path=ppt/notesSlides/_rels/notesSlide7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4.xml"/><Relationship Id="rId1" Type="http://schemas.openxmlformats.org/officeDocument/2006/relationships/notesMaster" Target="../notesMasters/notesMaster1.xml"/></Relationships>
</file>

<file path=ppt/notesSlides/_rels/notesSlide7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5.xml"/><Relationship Id="rId1" Type="http://schemas.openxmlformats.org/officeDocument/2006/relationships/notesMaster" Target="../notesMasters/notesMaster1.xml"/></Relationships>
</file>

<file path=ppt/notesSlides/_rels/notesSlide7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6.xml"/><Relationship Id="rId1" Type="http://schemas.openxmlformats.org/officeDocument/2006/relationships/notesMaster" Target="../notesMasters/notesMaster1.xml"/></Relationships>
</file>

<file path=ppt/notesSlides/_rels/notesSlide7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7.xml"/><Relationship Id="rId1" Type="http://schemas.openxmlformats.org/officeDocument/2006/relationships/notesMaster" Target="../notesMasters/notesMaster1.xml"/></Relationships>
</file>

<file path=ppt/notesSlides/_rels/notesSlide7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8.xml"/><Relationship Id="rId1" Type="http://schemas.openxmlformats.org/officeDocument/2006/relationships/notesMaster" Target="../notesMasters/notesMaster1.xml"/></Relationships>
</file>

<file path=ppt/notesSlides/_rels/notesSlide7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9.xml"/><Relationship Id="rId1" Type="http://schemas.openxmlformats.org/officeDocument/2006/relationships/notesMaster" Target="../notesMasters/notesMaster1.xml"/></Relationships>
</file>

<file path=ppt/notesSlides/_rels/notesSlide8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0.xml"/><Relationship Id="rId1" Type="http://schemas.openxmlformats.org/officeDocument/2006/relationships/notesMaster" Target="../notesMasters/notesMaster1.xml"/></Relationships>
</file>

<file path=ppt/notesSlides/_rels/notesSlide8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1.xml"/><Relationship Id="rId1" Type="http://schemas.openxmlformats.org/officeDocument/2006/relationships/notesMaster" Target="../notesMasters/notesMaster1.xml"/></Relationships>
</file>

<file path=ppt/notesSlides/_rels/notesSlide8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2.xml"/><Relationship Id="rId1" Type="http://schemas.openxmlformats.org/officeDocument/2006/relationships/notesMaster" Target="../notesMasters/notesMaster1.xml"/></Relationships>
</file>

<file path=ppt/notesSlides/_rels/notesSlide8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3.xml"/><Relationship Id="rId1" Type="http://schemas.openxmlformats.org/officeDocument/2006/relationships/notesMaster" Target="../notesMasters/notesMaster1.xml"/></Relationships>
</file>

<file path=ppt/notesSlides/_rels/notesSlide8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4.xml"/><Relationship Id="rId1" Type="http://schemas.openxmlformats.org/officeDocument/2006/relationships/notesMaster" Target="../notesMasters/notesMaster1.xml"/></Relationships>
</file>

<file path=ppt/notesSlides/_rels/notesSlide8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5.xml"/><Relationship Id="rId1" Type="http://schemas.openxmlformats.org/officeDocument/2006/relationships/notesMaster" Target="../notesMasters/notesMaster1.xml"/></Relationships>
</file>

<file path=ppt/notesSlides/_rels/notesSlide8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6.xml"/><Relationship Id="rId1" Type="http://schemas.openxmlformats.org/officeDocument/2006/relationships/notesMaster" Target="../notesMasters/notesMaster1.xml"/></Relationships>
</file>

<file path=ppt/notesSlides/_rels/notesSlide8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7.xml"/><Relationship Id="rId1" Type="http://schemas.openxmlformats.org/officeDocument/2006/relationships/notesMaster" Target="../notesMasters/notesMaster1.xml"/></Relationships>
</file>

<file path=ppt/notesSlides/_rels/notesSlide8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8.xml"/><Relationship Id="rId1" Type="http://schemas.openxmlformats.org/officeDocument/2006/relationships/notesMaster" Target="../notesMasters/notesMaster1.xml"/></Relationships>
</file>

<file path=ppt/notesSlides/_rels/notesSlide8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9.xml"/><Relationship Id="rId1" Type="http://schemas.openxmlformats.org/officeDocument/2006/relationships/notesMaster" Target="../notesMasters/notesMaster1.xml"/></Relationships>
</file>

<file path=ppt/notesSlides/_rels/notesSlide9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0.xml"/><Relationship Id="rId1" Type="http://schemas.openxmlformats.org/officeDocument/2006/relationships/notesMaster" Target="../notesMasters/notesMaster1.xml"/></Relationships>
</file>

<file path=ppt/notesSlides/_rels/notesSlide9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1.xml"/><Relationship Id="rId1" Type="http://schemas.openxmlformats.org/officeDocument/2006/relationships/notesMaster" Target="../notesMasters/notesMaster1.xml"/></Relationships>
</file>

<file path=ppt/notesSlides/_rels/notesSlide9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2.xml"/><Relationship Id="rId1" Type="http://schemas.openxmlformats.org/officeDocument/2006/relationships/notesMaster" Target="../notesMasters/notesMaster1.xml"/></Relationships>
</file>

<file path=ppt/notesSlides/_rels/notesSlide9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3.xml"/><Relationship Id="rId1" Type="http://schemas.openxmlformats.org/officeDocument/2006/relationships/notesMaster" Target="../notesMasters/notesMaster1.xml"/></Relationships>
</file>

<file path=ppt/notesSlides/_rels/notesSlide9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4.xml"/><Relationship Id="rId1" Type="http://schemas.openxmlformats.org/officeDocument/2006/relationships/notesMaster" Target="../notesMasters/notesMaster1.xml"/></Relationships>
</file>

<file path=ppt/notesSlides/_rels/notesSlide9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5.xml"/><Relationship Id="rId1" Type="http://schemas.openxmlformats.org/officeDocument/2006/relationships/notesMaster" Target="../notesMasters/notesMaster1.xml"/></Relationships>
</file>

<file path=ppt/notesSlides/_rels/notesSlide9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6.xml"/><Relationship Id="rId1" Type="http://schemas.openxmlformats.org/officeDocument/2006/relationships/notesMaster" Target="../notesMasters/notesMaster1.xml"/></Relationships>
</file>

<file path=ppt/notesSlides/_rels/notesSlide9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7.xml"/><Relationship Id="rId1" Type="http://schemas.openxmlformats.org/officeDocument/2006/relationships/notesMaster" Target="../notesMasters/notesMaster1.xml"/></Relationships>
</file>

<file path=ppt/notesSlides/_rels/notesSlide9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8.xml"/><Relationship Id="rId1" Type="http://schemas.openxmlformats.org/officeDocument/2006/relationships/notesMaster" Target="../notesMasters/notesMaster1.xml"/></Relationships>
</file>

<file path=ppt/notesSlides/_rels/notesSlide9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9.xml"/><Relationship Id="rId1" Type="http://schemas.openxmlformats.org/officeDocument/2006/relationships/notesMaster" Target="../notesMasters/notesMaster1.xml"/></Relationships>
</file>

<file path=ppt/notesSlides/_rels/notesSlide10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0.xml"/><Relationship Id="rId1" Type="http://schemas.openxmlformats.org/officeDocument/2006/relationships/notesMaster" Target="../notesMasters/notesMaster1.xml"/></Relationships>
</file>

<file path=ppt/notesSlides/_rels/notesSlide10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1.xml"/><Relationship Id="rId1" Type="http://schemas.openxmlformats.org/officeDocument/2006/relationships/notesMaster" Target="../notesMasters/notesMaster1.xml"/></Relationships>
</file>

<file path=ppt/notesSlides/_rels/notesSlide10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2.xml"/><Relationship Id="rId1" Type="http://schemas.openxmlformats.org/officeDocument/2006/relationships/notesMaster" Target="../notesMasters/notesMaster1.xml"/></Relationships>
</file>

<file path=ppt/notesSlides/_rels/notesSlide10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3.xml"/><Relationship Id="rId1" Type="http://schemas.openxmlformats.org/officeDocument/2006/relationships/notesMaster" Target="../notesMasters/notesMaster1.xml"/></Relationships>
</file>

<file path=ppt/notesSlides/_rels/notesSlide10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4.xml"/><Relationship Id="rId1" Type="http://schemas.openxmlformats.org/officeDocument/2006/relationships/notesMaster" Target="../notesMasters/notesMaster1.xml"/></Relationships>
</file>

<file path=ppt/notesSlides/_rels/notesSlide10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5.xml"/><Relationship Id="rId1" Type="http://schemas.openxmlformats.org/officeDocument/2006/relationships/notesMaster" Target="../notesMasters/notesMaster1.xml"/></Relationships>
</file>

<file path=ppt/notesSlides/_rels/notesSlide10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6.xml"/><Relationship Id="rId1" Type="http://schemas.openxmlformats.org/officeDocument/2006/relationships/notesMaster" Target="../notesMasters/notesMaster1.xml"/></Relationships>
</file>

<file path=ppt/notesSlides/_rels/notesSlide10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7.xml"/><Relationship Id="rId1" Type="http://schemas.openxmlformats.org/officeDocument/2006/relationships/notesMaster" Target="../notesMasters/notesMaster1.xml"/></Relationships>
</file>

<file path=ppt/notesSlides/_rels/notesSlide10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8.xml"/><Relationship Id="rId1" Type="http://schemas.openxmlformats.org/officeDocument/2006/relationships/notesMaster" Target="../notesMasters/notesMaster1.xml"/></Relationships>
</file>

<file path=ppt/notesSlides/_rels/notesSlide10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9.xml"/><Relationship Id="rId1" Type="http://schemas.openxmlformats.org/officeDocument/2006/relationships/notesMaster" Target="../notesMasters/notesMaster1.xml"/></Relationships>
</file>

<file path=ppt/notesSlides/_rels/notesSlide1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0.xml"/><Relationship Id="rId1" Type="http://schemas.openxmlformats.org/officeDocument/2006/relationships/notesMaster" Target="../notesMasters/notesMaster1.xml"/></Relationships>
</file>

<file path=ppt/notesSlides/_rels/notesSlide1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1.xml"/><Relationship Id="rId1" Type="http://schemas.openxmlformats.org/officeDocument/2006/relationships/notesMaster" Target="../notesMasters/notesMaster1.xml"/></Relationships>
</file>

<file path=ppt/notesSlides/_rels/notesSlide1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2.xml"/><Relationship Id="rId1" Type="http://schemas.openxmlformats.org/officeDocument/2006/relationships/notesMaster" Target="../notesMasters/notesMaster1.xml"/></Relationships>
</file>

<file path=ppt/notesSlides/_rels/notesSlide1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3.xml"/><Relationship Id="rId1" Type="http://schemas.openxmlformats.org/officeDocument/2006/relationships/notesMaster" Target="../notesMasters/notesMaster1.xml"/></Relationships>
</file>

<file path=ppt/notesSlides/_rels/notesSlide1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4.xml"/><Relationship Id="rId1" Type="http://schemas.openxmlformats.org/officeDocument/2006/relationships/notesMaster" Target="../notesMasters/notesMaster1.xml"/></Relationships>
</file>

<file path=ppt/notesSlides/_rels/notesSlide1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5.xml"/><Relationship Id="rId1" Type="http://schemas.openxmlformats.org/officeDocument/2006/relationships/notesMaster" Target="../notesMasters/notesMaster1.xml"/></Relationships>
</file>

<file path=ppt/notesSlides/_rels/notesSlide1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6.xml"/><Relationship Id="rId1" Type="http://schemas.openxmlformats.org/officeDocument/2006/relationships/notesMaster" Target="../notesMasters/notesMaster1.xml"/></Relationships>
</file>

<file path=ppt/notesSlides/_rels/notesSlide1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7.xml"/><Relationship Id="rId1" Type="http://schemas.openxmlformats.org/officeDocument/2006/relationships/notesMaster" Target="../notesMasters/notesMaster1.xml"/></Relationships>
</file>

<file path=ppt/notesSlides/_rels/notesSlide1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8.xml"/><Relationship Id="rId1" Type="http://schemas.openxmlformats.org/officeDocument/2006/relationships/notesMaster" Target="../notesMasters/notesMaster1.xml"/></Relationships>
</file>

<file path=ppt/notesSlides/_rels/notesSlide1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9.xml"/><Relationship Id="rId1" Type="http://schemas.openxmlformats.org/officeDocument/2006/relationships/notesMaster" Target="../notesMasters/notesMaster1.xml"/></Relationships>
</file>

<file path=ppt/notesSlides/_rels/notesSlide1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0.xml"/><Relationship Id="rId1" Type="http://schemas.openxmlformats.org/officeDocument/2006/relationships/notesMaster" Target="../notesMasters/notesMaster1.xml"/></Relationships>
</file>

<file path=ppt/notesSlides/_rels/notesSlide1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1.xml"/><Relationship Id="rId1" Type="http://schemas.openxmlformats.org/officeDocument/2006/relationships/notesMaster" Target="../notesMasters/notesMaster1.xml"/></Relationships>
</file>

<file path=ppt/notesSlides/_rels/notesSlide1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2.xml"/><Relationship Id="rId1" Type="http://schemas.openxmlformats.org/officeDocument/2006/relationships/notesMaster" Target="../notesMasters/notesMaster1.xml"/></Relationships>
</file>

<file path=ppt/notesSlides/_rels/notesSlide1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3.xml"/><Relationship Id="rId1" Type="http://schemas.openxmlformats.org/officeDocument/2006/relationships/notesMaster" Target="../notesMasters/notesMaster1.xml"/></Relationships>
</file>

<file path=ppt/notesSlides/_rels/notesSlide1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4.xml"/><Relationship Id="rId1" Type="http://schemas.openxmlformats.org/officeDocument/2006/relationships/notesMaster" Target="../notesMasters/notesMaster1.xml"/></Relationships>
</file>

<file path=ppt/notesSlides/_rels/notesSlide1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5.xml"/><Relationship Id="rId1" Type="http://schemas.openxmlformats.org/officeDocument/2006/relationships/notesMaster" Target="../notesMasters/notesMaster1.xml"/></Relationships>
</file>

<file path=ppt/notesSlides/_rels/notesSlide1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6.xml"/><Relationship Id="rId1" Type="http://schemas.openxmlformats.org/officeDocument/2006/relationships/notesMaster" Target="../notesMasters/notesMaster1.xml"/></Relationships>
</file>

<file path=ppt/notesSlides/_rels/notesSlide1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7.xml"/><Relationship Id="rId1" Type="http://schemas.openxmlformats.org/officeDocument/2006/relationships/notesMaster" Target="../notesMasters/notesMaster1.xml"/></Relationships>
</file>

<file path=ppt/notesSlides/_rels/notesSlide1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8.xml"/><Relationship Id="rId1" Type="http://schemas.openxmlformats.org/officeDocument/2006/relationships/notesMaster" Target="../notesMasters/notesMaster1.xml"/></Relationships>
</file>

<file path=ppt/notesSlides/_rels/notesSlide1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9.xml"/><Relationship Id="rId1" Type="http://schemas.openxmlformats.org/officeDocument/2006/relationships/notesMaster" Target="../notesMasters/notesMaster1.xml"/></Relationships>
</file>

<file path=ppt/notesSlides/_rels/notesSlide1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0.xml"/><Relationship Id="rId1" Type="http://schemas.openxmlformats.org/officeDocument/2006/relationships/notesMaster" Target="../notesMasters/notesMaster1.xml"/></Relationships>
</file>

<file path=ppt/notesSlides/_rels/notesSlide1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1.xml"/><Relationship Id="rId1" Type="http://schemas.openxmlformats.org/officeDocument/2006/relationships/notesMaster" Target="../notesMasters/notesMaster1.xml"/></Relationships>
</file>

<file path=ppt/notesSlides/_rels/notesSlide1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2.xml"/><Relationship Id="rId1" Type="http://schemas.openxmlformats.org/officeDocument/2006/relationships/notesMaster" Target="../notesMasters/notesMaster1.xml"/></Relationships>
</file>

<file path=ppt/notesSlides/_rels/notesSlide1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3.xml"/><Relationship Id="rId1" Type="http://schemas.openxmlformats.org/officeDocument/2006/relationships/notesMaster" Target="../notesMasters/notesMaster1.xml"/></Relationships>
</file>

<file path=ppt/notesSlides/_rels/notesSlide1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4.xml"/><Relationship Id="rId1" Type="http://schemas.openxmlformats.org/officeDocument/2006/relationships/notesMaster" Target="../notesMasters/notesMaster1.xml"/></Relationships>
</file>

<file path=ppt/notesSlides/_rels/notesSlide1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5.xml"/><Relationship Id="rId1" Type="http://schemas.openxmlformats.org/officeDocument/2006/relationships/notesMaster" Target="../notesMasters/notesMaster1.xml"/></Relationships>
</file>

<file path=ppt/notesSlides/_rels/notesSlide1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6.xml"/><Relationship Id="rId1" Type="http://schemas.openxmlformats.org/officeDocument/2006/relationships/notesMaster" Target="../notesMasters/notesMaster1.xml"/></Relationships>
</file>

<file path=ppt/notesSlides/_rels/notesSlide1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7.xml"/><Relationship Id="rId1" Type="http://schemas.openxmlformats.org/officeDocument/2006/relationships/notesMaster" Target="../notesMasters/notesMaster1.xml"/></Relationships>
</file>

<file path=ppt/notesSlides/_rels/notesSlide1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8.xml"/><Relationship Id="rId1" Type="http://schemas.openxmlformats.org/officeDocument/2006/relationships/notesMaster" Target="../notesMasters/notesMaster1.xml"/></Relationships>
</file>

<file path=ppt/notesSlides/_rels/notesSlide1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9.xml"/><Relationship Id="rId1" Type="http://schemas.openxmlformats.org/officeDocument/2006/relationships/notesMaster" Target="../notesMasters/notesMaster1.xml"/></Relationships>
</file>

<file path=ppt/notesSlides/_rels/notesSlide1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0.xml"/><Relationship Id="rId1" Type="http://schemas.openxmlformats.org/officeDocument/2006/relationships/notesMaster" Target="../notesMasters/notesMaster1.xml"/></Relationships>
</file>

<file path=ppt/notesSlides/_rels/notesSlide1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1.xml"/><Relationship Id="rId1" Type="http://schemas.openxmlformats.org/officeDocument/2006/relationships/notesMaster" Target="../notesMasters/notesMaster1.xml"/></Relationships>
</file>

<file path=ppt/notesSlides/_rels/notesSlide1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2.xml"/><Relationship Id="rId1" Type="http://schemas.openxmlformats.org/officeDocument/2006/relationships/notesMaster" Target="../notesMasters/notesMaster1.xml"/></Relationships>
</file>

<file path=ppt/notesSlides/_rels/notesSlide1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3.xml"/><Relationship Id="rId1" Type="http://schemas.openxmlformats.org/officeDocument/2006/relationships/notesMaster" Target="../notesMasters/notesMaster1.xml"/></Relationships>
</file>

<file path=ppt/notesSlides/_rels/notesSlide1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4.xml"/><Relationship Id="rId1" Type="http://schemas.openxmlformats.org/officeDocument/2006/relationships/notesMaster" Target="../notesMasters/notesMaster1.xml"/></Relationships>
</file>

<file path=ppt/notesSlides/_rels/notesSlide1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5.xml"/><Relationship Id="rId1" Type="http://schemas.openxmlformats.org/officeDocument/2006/relationships/notesMaster" Target="../notesMasters/notesMaster1.xml"/></Relationships>
</file>

<file path=ppt/notesSlides/_rels/notesSlide1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6.xml"/><Relationship Id="rId1" Type="http://schemas.openxmlformats.org/officeDocument/2006/relationships/notesMaster" Target="../notesMasters/notesMaster1.xml"/></Relationships>
</file>

<file path=ppt/notesSlides/_rels/notesSlide14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7.xml"/><Relationship Id="rId1" Type="http://schemas.openxmlformats.org/officeDocument/2006/relationships/notesMaster" Target="../notesMasters/notesMaster1.xml"/></Relationships>
</file>

<file path=ppt/notesSlides/_rels/notesSlide14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8.xml"/><Relationship Id="rId1" Type="http://schemas.openxmlformats.org/officeDocument/2006/relationships/notesMaster" Target="../notesMasters/notesMaster1.xml"/></Relationships>
</file>

<file path=ppt/notesSlides/_rels/notesSlide14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9.xml"/><Relationship Id="rId1" Type="http://schemas.openxmlformats.org/officeDocument/2006/relationships/notesMaster" Target="../notesMasters/notesMaster1.xml"/></Relationships>
</file>

<file path=ppt/notesSlides/_rels/notesSlide15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0.xml"/><Relationship Id="rId1" Type="http://schemas.openxmlformats.org/officeDocument/2006/relationships/notesMaster" Target="../notesMasters/notesMaster1.xml"/></Relationships>
</file>

<file path=ppt/notesSlides/_rels/notesSlide15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1.xml"/><Relationship Id="rId1" Type="http://schemas.openxmlformats.org/officeDocument/2006/relationships/notesMaster" Target="../notesMasters/notesMaster1.xml"/></Relationships>
</file>

<file path=ppt/notesSlides/_rels/notesSlide15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530668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>
                <a:cs typeface="Calibri"/>
              </a:rPr>
              <a:t>Мы увидим дальше причем здесь производительность труда когда речь идет об </a:t>
            </a:r>
            <a:r>
              <a:rPr lang="en-US" dirty="0" err="1" smtClean="0">
                <a:cs typeface="Calibri"/>
              </a:rPr>
              <a:t>srp</a:t>
            </a:r>
            <a:endParaRPr lang="en-US" dirty="0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7256435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 smtClean="0">
                <a:cs typeface="Calibri"/>
              </a:rPr>
              <a:t>Некоторые</a:t>
            </a:r>
            <a:r>
              <a:rPr lang="ru-RU" baseline="0" dirty="0" smtClean="0">
                <a:cs typeface="Calibri"/>
              </a:rPr>
              <a:t> понятия здесь будут затронуты </a:t>
            </a:r>
            <a:r>
              <a:rPr lang="ru-RU" baseline="0" dirty="0" err="1" smtClean="0">
                <a:cs typeface="Calibri"/>
              </a:rPr>
              <a:t>вскольз</a:t>
            </a:r>
            <a:r>
              <a:rPr lang="en-US" baseline="0" dirty="0" smtClean="0">
                <a:cs typeface="Calibri"/>
              </a:rPr>
              <a:t>, </a:t>
            </a:r>
            <a:r>
              <a:rPr lang="ru-RU" baseline="0" dirty="0" smtClean="0">
                <a:cs typeface="Calibri"/>
              </a:rPr>
              <a:t>в рамках остальных докладов</a:t>
            </a:r>
            <a:endParaRPr lang="en-US" dirty="0" err="1">
              <a:cs typeface="Calibri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8157BE-13C9-4B69-8B03-B7B56862D10D}" type="slidenum"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5651833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Любой инженер начинает свой путь с написания простой программы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добавлять новые поведений, от чего исходного кода, очевидно, становится больше.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Требования, атакуя одно за другим, естественным образом увеличивают количество кода в файле.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588802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20271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603144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Визуально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становилось много</a:t>
            </a: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 некоторое время инженер с неприятным для себя удивлением обнаруживает, что контролировать систему стало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сложнее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Кажется, что с ростом кодовой базы, программа становится все упрямее, оказывая все больше сопротивления постоянно надвигающимся изменениям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9360197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боли знакомая каждому инженеру ситуация, новый проект на котором вначале сложность растет незаметно, но в какой-то момент вспыхивает и начинает бесконтрольно улетать вверх, обуславливается естественными свойствами любой развивающейся системы.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767090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Разделение – это</a:t>
            </a:r>
            <a:r>
              <a:rPr lang="ru-RU" sz="1200" b="0" i="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один из способов борьбы с данной негативной тенденцией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956957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простого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задачи упрощения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через разделение большого файла. Нет ничего проще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да? Но тут выходят ряд вопросов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311532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какие компоненты нужно разбить одно целое?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44011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части бывшего монолита должны принадлежать одним компонентам, а какие другим?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727502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Какие компоненты должны зависеть от других, а какие нет?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1494258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Ответы на эти вопросы во многом определяют итоговый дизайн системы. Если они окажутся правильными, тогда разработчики получат поддерживаемую систему, которая легко адаптируется к входящим изменениям. Если же где-то в наших рассуждениях закралась ошибка, результатом будет запутанный код, который только сильнее ускорит и без того быстрое устаревание проекта.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9058073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Известный принцип единственной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как раз ставит своей целью указать разработчику, каким образом необходимо разделить код так, чтобы добиться желаемого результата.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02847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Модуль** должен быть ответственен за что-то одно, отвечать только за одну функциональность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633176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таких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функциональностей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несколько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их нужно разделить.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Легко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правда?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022023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5359371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Сколько ответственностей имеет данная функция?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858743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было сказано ранее, все решения, касающиеся вопросов разделения кода, прямо или косвенно скажутся на итоговой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поддерживаемости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системы, то, что из популярного определения SRP исходит такая неоднозначность является достаточно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негативным признаком.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Допустим, что посовещавшись с коллегами, мы решили что данная процедура все же нарушает SRP, тогда необходимо сделать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следующее: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282186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каждая из процедур действительно делает что-то одно. Но действительно ли стало лучше? Действительно ли стало проще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работать с программой? Так какую из версий программ стоит выбрать?</a:t>
            </a: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Причиной появления таких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сомнений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было использование такого понятия как "функция модуля". То, за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отвечает модуль - это нечто чрезвычайно растяжимое и относительное. Инженеры не должны опираться на что-то настолько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ненадежное когда речь идет о принятии архитектурных решений, будь то разделение маленькой функции на процедуры или целой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программы на отдельные модули.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20022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самом деле, принцип единственной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гласит следующее: "Модуль должен иметь одну и только одну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изменения".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9384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Программа принимает в качестве аргумента название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файла со списком продуктов, обрабатывает его и выводит их итоговую сумму в консоль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6399845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логика реализована в одной функции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рассмотрим её сверху вниз по секциям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0770908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Считывает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валидирует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88813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Считает общую сумму и выводит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консоль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389846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Повествование уже намекает на наличие нескольких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Хочу чтобы отложили в голове что мы сейчас сделаем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заниматься преждевременными оптимизациями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подождем новых требований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8349490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Проходит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некоторое время.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Приходит заказчик и говорит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4100510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137839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"Сотрудники, что поставляют нам файлы со списком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решили что в качестве альтернативного источника предоставят API метод, который вернет текущий список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переданной дате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”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905338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программа среагирует на данное изменение? Сначала обозначим текущую секцию функции, в которой происходит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обработка файла.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77215580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Начнем с самого простого решения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того что делают чаще всего – добавим условие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5900950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else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ветке находится обработка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 из файлов.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4674396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Поведение программы удовлетворяет новым требованиям.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стала еще больше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Появились повторяющиеся элементы между получением продуктов из API и из файла</a:t>
            </a: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99801143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получила свою первую модификацию. Можно с уверенностью сказать, что она приобрела свою первую причину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изменения, то есть ответственность другими словами: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1014232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Сокращенный вид. Индикатор в углу означает наличие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или причины для изменения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перевести на русский это значит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следующий раз когда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заказчик опять потребует добавить новый источник данных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мы столкнемся с теми же проблемами. Функция станет больше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появится больше повторяющихся изменений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 и в целом размер самой 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будет сильно мешать работе</a:t>
            </a: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инженеры должны принять определенные меры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8361494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Вспомним, что одной из проблем при реализации нового метода получения данных, был тот факт, что разработчику также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приходилось взаимодействовать и со старым способом получения продуктов из файла. Это можно легко исправить, вынесем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методов получения данных в отдельные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277546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Отдельные функции чтения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20598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стала гораздо меньше. Рассмотрим актуальную диаграмму компонентов и их ответственностей.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7150259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ответственностей, при добавлении нового источника данных изменится только содержимое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действительно, всё что потребуется сделать, так это добавить новую ветку в условие и реализовать новую функцию.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Существующие реализации остальных источников данных не будут затронуты, более того, разработчику не придется даже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утруждать себя и заглядывать внутрь реализации этих функций, так как для добавления нового способа получения продуктов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этом скорее всего не будет никакой нужды.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Постойте, но где же то самое разделение ответственностей?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760910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6855786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весь код оказался полезным в рамках добавления нового источника данных, некоторая его часть оказалась шумом: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реализации задачи, только верхняя секция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изменилась, в то время как все что идет ниже, осталось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своём первозданном виде: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6814747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main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поведения, которые изменяются в *разное время* в рамках разных, не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3183116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означает, что функция `main` содержит в себе поведения, которые изменяются в *разное время* в рамках разных, не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связанных между собой задач. То есть эти две секции имеют *разные* причины для изменения, просто пока неизвестно какие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именно.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81981407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срабатывании определенных на диаграмме ответственностей, будут задействованы элементы программы с меньшим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объемом, что были до этого. Ведь опыт показал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при добавлении нового источника данных нам совершенно не важно что там дальше происходит с этими продуктами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596164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Система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получила стресс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виде нового изменения.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2882198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Вместо того чтобы его просто реализовать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мы как бы адаптировались к нему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выработали иммунитет к конкретно данному виду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в будущем быть уже на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готове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50697238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пользователи системы обнаруживают, что зачастую файлы и API возвращают продукты с негативной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ценой: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Обсудив проблему с заказчиком, было решено доработать функцию валидации данных, чтобы она не пропускала такие продукты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8941669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Внимательно изучив код, разработчик обнаруживает достаточно интересный факт - обе функции получения продуктов содержат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идентичный код валидации.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4754479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внесения изменений, файл выглядит следующим образом: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5130409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что стоит обратить своё внимание - обе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изменились в результате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 той же задачи. Это означает, что между ними есть общая ответственность или общая причина для изменений: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Итак, программа получила еще одну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Основная проблема при внесении изменений заключалась в том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их пришлось в точности повторить для каждого из источников данных. Если в будущем альтернативных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станет больше и правила валидации будут меняться часто, это может негативно повлиять на производительность труда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проекте.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7863104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8955049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общую, по ответственностям, между методами получения данных часть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562931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действительно, теперь, при возникновении новых требований для валидации, все изменения будут сконцентрированы в одном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месте и автоматически выполняться для всех источников данных.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0073892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теперь про слона в комнате. Очевидно, что предыдущая ситуация была связана с явным повторением кода валидации. Он был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полностью идентичным между двумя функциями получения продуктов, так почему же не называть вещи своими именами? Зачем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пытаться объяснить проблему косноязычно, через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4416313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Попробуем руководствоваться известным правилом DRY и выносить все что дублируется в отдельные сущности, в частности,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данные секции полностью повторяются между двумя источниками данных: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4389385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Вынесем его в отдельную функцию: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0196972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она используется в одном из источников данных: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Кода действительно стало меньше, для кого-то, он даже стал более читаемым*. Так зачем же утруждать себя рассуждениями 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причинах изменения, ответственностях, если можно просто визуально определить идентичный код и вынести его в отдельный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метод?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4397738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некоторое время, разработчики предоставляющие списки продуктов через API заявили: "Теперь, в качестве разделителя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параметров продукта будет использоваться символ `|`, а не `,` как прежде". Каким образом система отреагирует на данное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изменение?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009538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Напомним, что сейчас, конкретный разделитель зашит внутри общей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24169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есть теперь общая функция создания продукта должна поддержать два разных поведения, которые будут выбираться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взависимости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от того, кто является клиентом.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207703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Общая функция теперь стала чуть более *абстрактной*, конечно, ей же теперь нужно поддержать больше возможных поведений.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039761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Обратим внимание вот на что, в результате добавления нового и *обязательного* аргумента,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 что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обратывает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из локальных файлов, также требует модификации: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2796972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Изначально пришло требование которое по смыслу относилось к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но по итогу пришлось 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 части программы, которые не имели отношения к изначальному требованию вовсе: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Выглядит так, как будто ответственность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*протекла* в те части системы, в которых находится не должна была вовсе.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1673366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Текущий дизайн системы, заставил разработчика изменить больше модулей, чем того требовала задача по своему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смыслу. Инженеров попросили поменять дверь, а в итоге им пришлось снести фундамент и строить всё заново.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Такое свойство дизайна называется *жесткостью*.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1023147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Главная причина по которой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потребовала изменений - это несовместимость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новой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 своей старой версии. Она стала требовать от своих клиентов *больше*, чем было до этого.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7337306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таком случае, действительно,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останется нетронутой, ведь требуемое ею поведение станет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умолчанию. Система уже не кажется такой жесткой, ведь изменения сконцентрированы в меньшем числе компонентов.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ли все так в порядке, как кажется на первый взгляд?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302568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была изменена. Любая модификация функции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имеет все шансы оказать негативный эффект на наблюдаемое поведение, вызывать *регресс* другими словами.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пример, хоть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не потребовал изменений, его поведение могло измениться, ведь исходный код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одной из используемых им частей был изменен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9949906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Такой свойство также является одним из проявлений дизайна и имеет название `хрупкость`. Основным виновником здесь всегда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некий общий компонент, модификации которого влияют не только на какого-то конкретного клиента, но и на всех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остальных его пользователей.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718543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Спустя несколько месяцев после релиза заказчик решает несколько доработать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систему, а именно - для продуктов полученных из локального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 необходимо немного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иначе проводить обработку невалидных строчек, а именно, вставлять в качестве продукта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продукт` и указывать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его сумму как `0`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5961947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не просто пропускать продукт как это происходит сейчас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3964902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Требование предназначено для конкретного источника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Реализация требует изменения общего компонента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4914315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один занимательный факт - изменение, чисто логически, предназначалось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продуктов, полученных из файла (функция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getProductsFromFile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`), но большая часть логики оказалась внутри общей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64089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каждый раз когда будут поступать изменения касательно работы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продукта взятого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 локального файла,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getProductsFromAPI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должна будет проверена повторно. И действительно,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данную ответственность, то она обязана быть модифицирована (по определению),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следовательно, все клиенты которые от неё зависят, должны будут протестированы во избежание регресса.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475930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 сожалению, тут проблемы только начинаются. Вспомним что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 в себе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дополнительную ответственность, которая представляет собой все, что функция делает помимо обработки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невалидного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08709955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является *ответственной*, то есть от неё зависят много клиентов, в то время как она сама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зависима ни от кого. Ответственные компоненты трудно изменять напрямую, как раз вследствие существования их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пользователей, которые к каждой такой модификации будут чувствительны, либо явно через *жесткость*, либо неявно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*хрупкость*.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данном случае, наличие у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нескольких ответственностей прежде всего говорит о том, что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элемент будет изменяться *чаще* чем обычно. При этом, каждая модификация будет дополнительно усложнена жесткостью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хрупкостью дизайна.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5008659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Несмотря на визуальную схожесть функций источников между собой,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данных секций со временем оказались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*разными*, что и привело в итоге к дизайну, плохо адаптированному под рассмотренные изменения: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5928546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так называемое ложное или временное дублирование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3474833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Векторы изменений обеих функций пересеклись в некоторой точке, что и привело к временному дублированию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Основные драйверы изменений в источниках данных были разными, вследствие чего общий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начал раздуваться, пытавшись покрыть все более разрозненные требования от совершенно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 клиентов привнося в дизайн признаки жесткости и хрупкости.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4191304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же тогда такое настоящее дублирование? Дублирующим, называется код, удовлетворяющий двум основным критериям: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9765846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 наблюдаемым поведением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Код обладает одинаковыми ответственностями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68118218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 с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валидацией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оказался *истинным дублированием*: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Правила валидации оказались идентичными для обоих источников данных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Новое требование потребовало одновременно и одинаковым образом поменять обе функции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33841442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внимание, что клиенты *используют* ответственность валидации между собой. Это означает, что любые изменения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логике проверки продукта инициированные одним клиентом, будут полезны и для всех остальных пользователей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А вот как бы выглядела ситуация если бы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не существовало: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4884622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 счёт добавления общей функции, удалось сократить количество изменяемых модулей в два раза. Интересно, но в данном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примере происходит не разделение ответственностей, так как она одна, а скорее её *перемещение* в один единственный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819992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 рассмотрим ложное дублирование, также через диаграммы ответственностей: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675198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 внимание на то, что количество ответственностей от этого не изменилось, не уменьшилось также и количество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затрагиваемых модулей для каждого источника изменений по отдельности.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сути, добавив общий компонент, инженеры ничего не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выйграли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наоборот, только сильнее усложнив модификацию системы,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как было сказано ранее, общий компонент содержащий в себе несколько ответственностей изменять достаточно не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силу проявляющейся жесткости и хрупкости дизайна.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1875583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Вместе со срабатыванием конкретной ответственности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parseAndAddProduct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входит в что-то вроде суперпозиции,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где она, в рамках взятого источника изменений, преобразуется для одного клиента (для которого изменение 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предназначено), но остается неизменной для всех остальных.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8658775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можно сравнить с игрой в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Твистер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где с каждым новым раундом, нужно переместить определенную часть своего тела, но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сохранить при этом всё остальное на прежних местах. Это сделать не просто, так как в организме, как и в любой другой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сложной системе, все зачастую связанно между собой. И разные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 функциях зачастую переплетены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83439614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же образом можно поступить в данном случае?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65580294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Одним из вариантов решения проблемы является тактика выжидания. Вместо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того чтобы спешить и избавляться от того, что нам кажется одинаковым, стоит взять таймаут и понаблюдать над тем каким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образом система будет развиваться со временем.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138077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ввиду наличия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ответственностей, разных причин для изменений, со временем они скорее всего будут отличаться все сильнее. </a:t>
            </a: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Обратите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внимание на то,</a:t>
            </a:r>
            <a:b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такая реализация уже не обладает признаками жесткости и хрупкости, а конкретное поведение гораздо проще понять.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25334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37871997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Следующим испытанием для нашего мини проекта стало требование следующего характера - вывод любой информации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осуществляться не в консоль, как сейчас, а на сторонний клиент по специальному запросу.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8601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После детального анализа было обнаружено, что несколько функций ссылаются на конкретный способ ввода: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2549078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3247975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6048675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 из схемы ясно, для того чтобы реализовать требуемое поведение,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прийдется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скорректировать реализацию перечисленных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функций. Это крайне нежелательно, особенно в случае с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enusreProductIsValid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`, ведь она имеет нескольких клиентов.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3769215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Основная причина по которой у нас нет другого выхода кроме как изменить код напрямую заключается в наличии связи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методы объекта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console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Проблема здесь заключается не столько в самом факте присутствия связи, сколько в её *силе*.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Общее определение гласит следующим образом - если изменение одного компонента вызывает неизбежные изменения в другом, 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компоненты считаются сильно связанными. Иначе связь между ними называется *слабой*. Разберем данное утверждение по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порядку, для начала начнем с перечисления разных типов связи и их силы (элементы приведены в порядке возрастания силы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связи):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3031166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Большинство более менее популярных языков включают в себя строгую и статическую систему типов. Где каждый элемент имеет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себя явное описание контракта. Без него, было бы невозможно каким-то образом взаимодействовать с объектом, ведь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 случае не совсем понятно какие операции являются для него валидными, а какие нет.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705195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случае, если один из элементов контракта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Product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будет изменен, 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также потребует своей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модификации*.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1093110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Второй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это связь на поведение или семантическая связь.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2676539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Вспомним что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невалидные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продукты помечаются специальным именем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49345196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которое полностью совпадает с типом представляющим нормальные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наименования товаров*.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7080785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showCountOfInvalidProducts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показывает общее количество невалидных продуктов. Здесь важно обратит внимание на то, что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такие продукты она определяет по *специальному* значению, как бы давая ей специальный семантический смысл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исходящий из поведения функции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парсинга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продуктов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0241612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Третий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вид связи и самый сильный – это зависимость от деталей реализации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431373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5185809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Тест явно проверяет разметку страницы, которую возвращает компонент. Это также считается зависимостью от деталей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реализации, так как в случае их изменения, например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рефакторинге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тесты также придется модифицировать, даже в случае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наблюдаемое поведение осталось прежним.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434098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данными силами существует связь</a:t>
            </a: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Если компонент зависит от типа, то он зависит только от тех свойств, что из этого типа следуют, ни больше ни меньше.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0198209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семантики, то он зависит и от типа, ведь этот объект как-то надо использовать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тоже самое время опираясь на конкретное поведение мы не зависим от деталей реализации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9968849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Если компонент зависит от деталей реализации, то он также зависит и от семантики или конкретного поведения.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Каждый из таких слоёв это потенциальная причина для изменений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потенциальная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ответсвенность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сильнее зависимость, тем больше существует причин или ответственностей по которым оба связанных компонента могут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измениться. 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95178695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Чем выше сила зависимости тем больше и количество ответственностей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18099527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Используя ранее описанные определения можно с уверенностью сказать, что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имеют сильную связь со способом вывода. Ссылаясь на конкретный объект, функции ссылаются на конкретное поведение. Из-за этого, в случае когда данная конкретика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меняется, данные сущности также должны быть изменены. Они приобрели данные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из-за величины силы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87328364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Для того чтобы решить задачу и при этом подготовить систему для подобных казусов в будущем, необходимо ослабить связь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между упомянутыми элементами. То есть сдвинуть зависимость ближе к ядру на схеме ниже, то есть на уровень типа*.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72672122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Объявим тип, от которого будут зависеть указанные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6808970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Дальше, данную зависимость нужно каким-то образом поставить компонентам, ограничимся простой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передачи через аргументы функции: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2299425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 этого компоненты имели сильную зависимость и больше причин для изменений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66945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713943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все, от чего зависят данные компоненты - это всего лишь тип объекта отвечающего за вывод. Зависимость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действительно в данном случае ослабла, доказательством этого является тот факт, что в будущем, в случае добавления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дополнительного источника вывода, функции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calcShowTotal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ensureProductIsValid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затронуты не будут.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 раз не будут затронуты они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и их клиенты также останутся неизменными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455632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итогам рассмотренного мини-проекта должно быть очевидно, что одним из важнейших свойств хорошего дизайна системы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является адаптивность к модификациям. Программу легко изменять, когда отсутствуют элементы жесткости и хрупкости. Это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требует правильного разделения и *распределения* ответственностей, что крайне трудно достижимо без основного фактора -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*времени*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274063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Именно с течением времени система подвергается различным модификациям, которые и выявляют основные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компонентов. Следовательно, хороший дизайн требует терпения и внимательности. Более того, сами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всегда статичны и также могут меняться. Дизайн который хорошо работает сегодня, не факт, что окажется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же полезным завтра, когда условия на проекте изменятся.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34180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зачастую очень просто. К счастью, существует перечень ответственностей, которые достаточно часто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45305469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 одной стороны хороший дизайн требует времени, с другой - обычно самые серьёзные архитектурные решения принимаются 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самом начале проекта. Ошибиться зачастую очень просто. К счастью, существует перечень ответственностей, которые достаточно часто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встречаются на разных проектах, независимо от области их применения.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9114956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Самым частым и стандартным подходом является разделение на три слоя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29120036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пользовательский интерфейс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т.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е. то как программа представляет себя пользователю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она с ним взаимодействует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1440624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Дальше доступ к данным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 то как приложение взаимодействует с </a:t>
            </a:r>
            <a:r>
              <a:rPr lang="ru-RU" sz="1200" kern="1200" baseline="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персистетными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источниками (БД и другие формы хранения информации)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4198805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 домен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объединяет в себе основные бизнес сущности и взаимосвязи между ними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635403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Почему они разделены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?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Потому что имеют тенденцию изменяться по разным причинам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иметь разные ответственности другими словами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7158503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Дизайнеру не понравился цвет/размер/композиция определенного визуального элемента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Было решено интегрировать большее количество конфигураций экранов, сделать дизайн более адаптивным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 этом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велик шанс что остальные слои при этом останутся не тронутыми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4615003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405504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639346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Помимо разделения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стоит обратить внимание и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на направление зависимости.</a:t>
            </a:r>
          </a:p>
          <a:p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Домен является общим компонентом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его клиентах не коснутся домена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 в домене коснутся остальных слоёв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что в целом логично с точки зрения требований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 как именно они являются определяющими для системы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26930864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Исследование вопроса разделения неизбежно привело нас к приложениям, состоящим из двух или более модулей. В последнее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время (на самом деле уже достаточно давно) особенно популярны микро-(сервисы/фронты) и это не удивительно. Программы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растут в сложности, вместе с этим и увеличиваются количество разработчиков, которые их создают и поддерживают. Для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упрощения управления их разделяют на *независимые* команды, каждая из которых занимается своей частью системы.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Вопрос грамотного разбиения программы, с учётом фактических ответственностей как никогда остро стоит при проектировании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архитектур подобного рода. Для наглядности, рассмотрим одну из самых встречающихся проблем.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1319723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разрабатывают систему по управлению документами клиентов некоторого банка. В приложении присутствуют два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модуля: мои документы и поддержка. Оба элемента предоставляют возможность оставить отзыв.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4206987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на кнопку "Оставить отзыв" открывается форма: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309220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То же можно сделать и для раздела с поддержкой, правда поля формы несколько отличаются: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 нажатию "Отправить", происходит сохранение отзыва в рамках общего для отзывов API метода. На этапе проектирования,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инженерами было принято решение вынести отзывы в отдельный модуль: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19446256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Таким образом выглядит связь между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элементами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468783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Модуль "Мои документы" вызывает функцию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в которую передает некоторый идентификатор. Далее, посмотрим на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исходный код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4734070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Внутри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содержится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switch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проверяющий аргумент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module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 Далее, в зависимости от того кто является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клиентом, строится форма содержащая указанные поля, по нажатию "Отправить" данные передаются в общий сервис через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функцию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sendReview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 всегда, самым первым и зачастую очевидным признаком смешивания </a:t>
            </a:r>
            <a:r>
              <a:rPr lang="ru-RU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является размер функции. Это, конечно, не значит что всякая большая функция обязательно имеет несколько источников для изменений. Это стоит воспринимать как признак требующий более пристального внимания от инженера.</a:t>
            </a:r>
          </a:p>
          <a:p>
            <a:endParaRPr lang="en-US" sz="1200" b="0" i="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Не будем спешить и заниматься преждевременными оптимизациями, вместо этого мы, как всегда, понаблюдаем за тем, как такой дизайн будет реагировать на входящие </a:t>
            </a:r>
            <a:r>
              <a:rPr lang="ru-RU" sz="1200" b="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изменения</a:t>
            </a:r>
            <a:r>
              <a:rPr lang="ru-RU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884570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Аналитик из команды "Мои документы" решил, что оставляемой в отзыве информации не достаточно, пользователь также должен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указать свои пожелания по заполняемому составу. Разработчики вносят необходимые изменения в модуль "Отзыв":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2864370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Теперь, дело осталось за простым, отправить новую реализацию в тестирование и дело в шляпе, верно? Не совсем. Прежде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всего, необходимо выпустить новую версию модуля "Отзыв" со свежими изменениями: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803669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Это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вынудит ожидаемо перепроверить форму в модуле Мои документы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7906487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Но также нужно будет убедиться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что поддержка осталась не тронутой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ведь изменился исходный код модуля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который она использует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0446049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Без сокращения общности можно сказать что ситуация полностью симметрична с обеих сторон. Рассмотрим диаграмму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ответственностей: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Ситуация которую мы уже встречали прежде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общий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компонент объединяющий в себе разные ответственности от своих клиентов. В данном случае это вызвало хрупкость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особо запущенных случаях это также рождает жесткость системы</a:t>
            </a:r>
            <a:r>
              <a:rPr lang="en-US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r>
              <a:rPr lang="ru-RU" sz="1200" kern="1200" baseline="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требуя обязательных изменений в зависимых модулях. </a:t>
            </a: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baseline="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Такая реализация обладает всеми негативными свойствами, что были рассмотрены ранее. Более того, в данном случае ситуация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гораздо хуже, ведь *расстояние* между элементами выше.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34402350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Расстояние между элементами - это метрика, которая характеризует, насколько легко те или иные части изменять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единовременно.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функциями в одном файле минимальное, ведь их легко изменять вместе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Расстояние между двумя модулями программы с раздельными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релизными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циклами максимально, так как их гораздо сложнее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изменять синхронно.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500214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Каким образом можно исправить данную ситуацию? Путем разделения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ответсвенностей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по своим клиентам конечно-же: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Функция `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openReviewForm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` теперь содержит истинно общую часть: внешнее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обромление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формы и логику отправки данных. От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конкретных полей она полностью отвязана через ослабление связи.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5117184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46429327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1612572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Должно быть предельно ясно, что теперь в случае возникновения подобных изменений в будущем, общий модуль отзывов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останется без изменений:</a:t>
            </a:r>
            <a:endParaRPr lang="ru-RU" dirty="0"/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5321166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протяжении всей статьи с разных сторон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демонстировался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не столько сам принцип SRP, сколько та ключевая проблема,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которую он призван решить, а именно - адаптивность программы к изменениям. ПО которое плохо поддается изменению называют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исскуственно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сложным*. Для особо запущенных проектов существует даже отдельное понятие - устаревший (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legacy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проект.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Устаревший он не потому, что ему много лет, а из-за того насколько сильно он сопротивляется входящим модификациям.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Устаревшим проект может стать и через неделю.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93018183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Существует лишь два инструмента борьбы с искусственной сложностью: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Удаление - необходимо уметь определять избыточные конструкции и избавляться от них. Избыточном, называется такой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элемент системы, без которого она также обладала бы требуемым от неё наблюдаемым поведением.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* Разделение - существует прямая корреляция между тем, какое количество ответственностей имеет функция и тем, насколько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 сложной она является. В статье это демонстрировалось ни один раз.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На бумаге всё звучит просто - функция должна иметь только одну ответственность, если она имеет больше, то просто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раздели! Однако самым сложным здесь является не столько разделение, сколько *определение* того, по каким причинам может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изменяться тот или иной компонент.</a:t>
            </a: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227229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 США располагается достаточно известный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мост:</a:t>
            </a: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Примечательным для нас его делает тот факт, что он строился дважды. Инженеры, проектируя его в первый раз, в основном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ориентировались на то, чтобы обеспечить достаточную устойчивость к нагрузке вызванной проходящим по нему трафиком.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Однако, спустя несколько месяцев после возведения он обрушился и произошло это не из-за того, что он не выдержал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избыточного веса машин, а из-за сильного ветра, что раскачивал его из стороны в сторону. Данный пример хорошо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иллюстрирует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основную проблему - до тех пор пока мост не был построен, инженеры не могли знать всех факторов, что могли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воздействовать на него в будущем.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Также и в программировании, мы редко можем знать заранее, в каком направлении будет изменяться наша система, какими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ответственностями она будет обладать в будущем. Единственный вариант - это выпуск первой, самой простой версии,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подопытного кролика за которым будут внимательно наблюдать и отмечать все те факторы, что влияют на него из вне.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Заказчик, зачастую, понимает чего он действительно хочет, только после того как увидит первую рабочую версию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продукта. С каждым новым релизом, программа должна учитывать весь предыдущей опыт, становится все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адаптивней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к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приходящим в неё модификациям, вырабатывать внутренний иммунитет к основным векторам изменений.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/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Инженеры учли полученный опыт после первой неудачной попытки возведения моста.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Cпустя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10 лет </a:t>
            </a:r>
            <a:r>
              <a:rPr lang="ru-RU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Такомский</a:t>
            </a: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мост был построен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вновь, на том же месте где стоит в целости и сохранности и по сей день.</a:t>
            </a:r>
            <a:br>
              <a:rPr lang="ru-R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</a:br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1127502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54409A1-088C-44D9-A8D7-99583A7259E8}" type="slidenum">
              <a:rPr lang="en-US" smtClean="0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738360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2145C0-DD4A-44C1-8750-F7A7A5BED6B6}" type="datetime1">
              <a:rPr lang="ru-RU" smtClean="0"/>
              <a:t>07.06.2024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7136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F6B447-5438-4A9A-A960-18786CFC83EC}" type="datetime1">
              <a:rPr lang="ru-RU" smtClean="0"/>
              <a:t>07.06.2024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4544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7726A34-BAF4-4B98-B719-6B2D528A5BBE}" type="datetime1">
              <a:rPr lang="ru-RU" smtClean="0"/>
              <a:t>07.06.2024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2212754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53F7C59-24A4-423B-B76C-ED5ECBE6938B}" type="datetime1">
              <a:rPr lang="ru-RU" smtClean="0"/>
              <a:t>07.06.2024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0588075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1F7AEE7-214E-4535-9835-436814346778}" type="datetime1">
              <a:rPr lang="ru-RU" smtClean="0"/>
              <a:t>07.06.2024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89168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2129DA-1EE2-4ECC-9677-565C71E5081F}" type="datetime1">
              <a:rPr lang="ru-RU" smtClean="0"/>
              <a:t>07.06.2024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63297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125F30-5EA1-4E66-92EF-8BE1486638D4}" type="datetime1">
              <a:rPr lang="ru-RU" smtClean="0"/>
              <a:t>07.06.2024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396059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FD9763-EDDD-4ED1-B779-F8118B999F3C}" type="datetime1">
              <a:rPr lang="ru-RU" smtClean="0"/>
              <a:t>07.06.2024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392487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1F23434-CB6B-4A11-8A15-25DC0FE6D433}" type="datetime1">
              <a:rPr lang="ru-RU" smtClean="0"/>
              <a:t>07.06.2024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9080749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2916DA-83E4-493F-AD67-613106496AD4}" type="datetime1">
              <a:rPr lang="ru-RU" smtClean="0"/>
              <a:t>07.06.2024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539104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CBAD4A3-5DBE-4F76-AD3A-7D06F2D794BB}" type="datetime1">
              <a:rPr lang="ru-RU" smtClean="0"/>
              <a:t>07.06.2024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196628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4CD7C63-939F-4B82-B746-F23B52104B87}" type="datetime1">
              <a:rPr lang="ru-RU" smtClean="0"/>
              <a:t>07.06.2024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 smtClean="0"/>
              <a:t>awdawd</a:t>
            </a:r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0E021C-B575-4FE5-8830-BDEFFB2C4D2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6745992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microsoft.com/office/2007/relationships/hdphoto" Target="../media/hdphoto1.wdp"/><Relationship Id="rId4" Type="http://schemas.openxmlformats.org/officeDocument/2006/relationships/image" Target="../media/image11.png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3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10" Type="http://schemas.openxmlformats.org/officeDocument/2006/relationships/image" Target="../media/image18.png"/><Relationship Id="rId4" Type="http://schemas.openxmlformats.org/officeDocument/2006/relationships/image" Target="../media/image13.png"/><Relationship Id="rId9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9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5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4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8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2.png"/><Relationship Id="rId5" Type="http://schemas.openxmlformats.org/officeDocument/2006/relationships/image" Target="../media/image30.png"/><Relationship Id="rId4" Type="http://schemas.openxmlformats.org/officeDocument/2006/relationships/image" Target="../media/image41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3.png"/><Relationship Id="rId5" Type="http://schemas.openxmlformats.org/officeDocument/2006/relationships/image" Target="../media/image30.png"/><Relationship Id="rId4" Type="http://schemas.openxmlformats.org/officeDocument/2006/relationships/image" Target="../media/image41.png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4.png"/></Relationships>
</file>

<file path=ppt/slides/_rels/slide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5.png"/></Relationships>
</file>

<file path=ppt/slides/_rels/slide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1.xml"/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7.png"/></Relationships>
</file>

<file path=ppt/slides/_rels/slide5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4.xml"/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5.xml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0.png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5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26.png"/><Relationship Id="rId4" Type="http://schemas.openxmlformats.org/officeDocument/2006/relationships/image" Target="../media/image51.png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9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1.xml"/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2.png"/></Relationships>
</file>

<file path=ppt/slides/_rels/slide6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3.png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4.xml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5.xml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9.png"/><Relationship Id="rId4" Type="http://schemas.openxmlformats.org/officeDocument/2006/relationships/image" Target="../media/image52.png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6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8.xml"/><Relationship Id="rId1" Type="http://schemas.openxmlformats.org/officeDocument/2006/relationships/slideLayout" Target="../slideLayouts/slideLayout1.xml"/></Relationships>
</file>

<file path=ppt/slides/_rels/slide6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9.xml"/><Relationship Id="rId1" Type="http://schemas.openxmlformats.org/officeDocument/2006/relationships/slideLayout" Target="../slideLayouts/slideLayout1.xml"/></Relationships>
</file>

<file path=ppt/slides/_rels/slide7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0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4.png"/><Relationship Id="rId4" Type="http://schemas.openxmlformats.org/officeDocument/2006/relationships/image" Target="../media/image32.png"/></Relationships>
</file>

<file path=ppt/slides/_rels/slide7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4.png"/></Relationships>
</file>

<file path=ppt/slides/_rels/slide7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2.xml"/><Relationship Id="rId1" Type="http://schemas.openxmlformats.org/officeDocument/2006/relationships/slideLayout" Target="../slideLayouts/slideLayout1.xml"/></Relationships>
</file>

<file path=ppt/slides/_rels/slide7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7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4.xml"/><Relationship Id="rId1" Type="http://schemas.openxmlformats.org/officeDocument/2006/relationships/slideLayout" Target="../slideLayouts/slideLayout1.xml"/></Relationships>
</file>

<file path=ppt/slides/_rels/slide7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5.png"/></Relationships>
</file>

<file path=ppt/slides/_rels/slide7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6.xml"/><Relationship Id="rId1" Type="http://schemas.openxmlformats.org/officeDocument/2006/relationships/slideLayout" Target="../slideLayouts/slideLayout1.xml"/></Relationships>
</file>

<file path=ppt/slides/_rels/slide7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7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8.xml"/><Relationship Id="rId1" Type="http://schemas.openxmlformats.org/officeDocument/2006/relationships/slideLayout" Target="../slideLayouts/slideLayout1.xml"/></Relationships>
</file>

<file path=ppt/slides/_rels/slide7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9.xml"/><Relationship Id="rId1" Type="http://schemas.openxmlformats.org/officeDocument/2006/relationships/slideLayout" Target="../slideLayouts/slideLayout1.xml"/></Relationships>
</file>

<file path=ppt/slides/_rels/slide8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0.xml"/><Relationship Id="rId1" Type="http://schemas.openxmlformats.org/officeDocument/2006/relationships/slideLayout" Target="../slideLayouts/slideLayout1.xml"/></Relationships>
</file>

<file path=ppt/slides/_rels/slide8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9.png"/><Relationship Id="rId4" Type="http://schemas.openxmlformats.org/officeDocument/2006/relationships/image" Target="../media/image56.png"/></Relationships>
</file>

<file path=ppt/slides/_rels/slide8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8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3.xml"/><Relationship Id="rId1" Type="http://schemas.openxmlformats.org/officeDocument/2006/relationships/slideLayout" Target="../slideLayouts/slideLayout1.xml"/></Relationships>
</file>

<file path=ppt/slides/_rels/slide8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4.xml"/><Relationship Id="rId1" Type="http://schemas.openxmlformats.org/officeDocument/2006/relationships/slideLayout" Target="../slideLayouts/slideLayout1.xml"/></Relationships>
</file>

<file path=ppt/slides/_rels/slide8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5.xml"/><Relationship Id="rId1" Type="http://schemas.openxmlformats.org/officeDocument/2006/relationships/slideLayout" Target="../slideLayouts/slideLayout1.xml"/></Relationships>
</file>

<file path=ppt/slides/_rels/slide8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6.xml"/><Relationship Id="rId1" Type="http://schemas.openxmlformats.org/officeDocument/2006/relationships/slideLayout" Target="../slideLayouts/slideLayout1.xml"/></Relationships>
</file>

<file path=ppt/slides/_rels/slide8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7.xml"/><Relationship Id="rId1" Type="http://schemas.openxmlformats.org/officeDocument/2006/relationships/slideLayout" Target="../slideLayouts/slideLayout1.xml"/></Relationships>
</file>

<file path=ppt/slides/_rels/slide8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7.png"/></Relationships>
</file>

<file path=ppt/slides/_rels/slide8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9.xml"/><Relationship Id="rId1" Type="http://schemas.openxmlformats.org/officeDocument/2006/relationships/slideLayout" Target="../slideLayouts/slideLayout1.xml"/></Relationships>
</file>

<file path=ppt/slides/_rels/slide9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8.png"/></Relationships>
</file>

<file path=ppt/slides/_rels/slide9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9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9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0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9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9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5.xml"/><Relationship Id="rId1" Type="http://schemas.openxmlformats.org/officeDocument/2006/relationships/slideLayout" Target="../slideLayouts/slideLayout1.xml"/></Relationships>
</file>

<file path=ppt/slides/_rels/slide9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6.xml"/><Relationship Id="rId1" Type="http://schemas.openxmlformats.org/officeDocument/2006/relationships/slideLayout" Target="../slideLayouts/slideLayout1.xml"/></Relationships>
</file>

<file path=ppt/slides/_rels/slide9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7.xml"/><Relationship Id="rId1" Type="http://schemas.openxmlformats.org/officeDocument/2006/relationships/slideLayout" Target="../slideLayouts/slideLayout1.xml"/></Relationships>
</file>

<file path=ppt/slides/_rels/slide9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8.xml"/><Relationship Id="rId1" Type="http://schemas.openxmlformats.org/officeDocument/2006/relationships/slideLayout" Target="../slideLayouts/slideLayout1.xml"/></Relationships>
</file>

<file path=ppt/slides/_rels/slide9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9.xml"/><Relationship Id="rId1" Type="http://schemas.openxmlformats.org/officeDocument/2006/relationships/slideLayout" Target="../slideLayouts/slideLayout1.xml"/></Relationships>
</file>

<file path=ppt/slides/_rels/slide10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3.png"/></Relationships>
</file>

<file path=ppt/slides/_rels/slide10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1.xml"/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8.png"/></Relationships>
</file>

<file path=ppt/slides/_rels/slide10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0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4.png"/></Relationships>
</file>

<file path=ppt/slides/_rels/slide10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5.xml"/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0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5.png"/></Relationships>
</file>

<file path=ppt/slides/_rels/slide10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8.xml"/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9.xml"/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0.xml"/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6.png"/></Relationships>
</file>

<file path=ppt/slides/_rels/slide1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2.png"/><Relationship Id="rId4" Type="http://schemas.openxmlformats.org/officeDocument/2006/relationships/image" Target="../media/image61.png"/></Relationships>
</file>

<file path=ppt/slides/_rels/slide1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3.xml"/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7.png"/></Relationships>
</file>

<file path=ppt/slides/_rels/slide1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8.png"/></Relationships>
</file>

<file path=ppt/slides/_rels/slide1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6.xml"/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7.xml"/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8.xml"/><Relationship Id="rId1" Type="http://schemas.openxmlformats.org/officeDocument/2006/relationships/slideLayout" Target="../slideLayouts/slideLayout1.xml"/></Relationships>
</file>

<file path=ppt/slides/_rels/slide1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9.png"/></Relationships>
</file>

<file path=ppt/slides/_rels/slide1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1.png"/><Relationship Id="rId5" Type="http://schemas.openxmlformats.org/officeDocument/2006/relationships/image" Target="../media/image69.png"/><Relationship Id="rId4" Type="http://schemas.openxmlformats.org/officeDocument/2006/relationships/image" Target="../media/image39.png"/></Relationships>
</file>

<file path=ppt/slides/_rels/slide1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0.png"/></Relationships>
</file>

<file path=ppt/slides/_rels/slide1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2.xml"/><Relationship Id="rId1" Type="http://schemas.openxmlformats.org/officeDocument/2006/relationships/slideLayout" Target="../slideLayouts/slideLayout1.xml"/></Relationships>
</file>

<file path=ppt/slides/_rels/slide1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3.xml"/><Relationship Id="rId1" Type="http://schemas.openxmlformats.org/officeDocument/2006/relationships/slideLayout" Target="../slideLayouts/slideLayout1.xml"/></Relationships>
</file>

<file path=ppt/slides/_rels/slide1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4.xml"/><Relationship Id="rId1" Type="http://schemas.openxmlformats.org/officeDocument/2006/relationships/slideLayout" Target="../slideLayouts/slideLayout1.xml"/></Relationships>
</file>

<file path=ppt/slides/_rels/slide1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5.xml"/><Relationship Id="rId1" Type="http://schemas.openxmlformats.org/officeDocument/2006/relationships/slideLayout" Target="../slideLayouts/slideLayout1.xml"/></Relationships>
</file>

<file path=ppt/slides/_rels/slide1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6.xml"/><Relationship Id="rId1" Type="http://schemas.openxmlformats.org/officeDocument/2006/relationships/slideLayout" Target="../slideLayouts/slideLayout1.xml"/></Relationships>
</file>

<file path=ppt/slides/_rels/slide1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7.xml"/><Relationship Id="rId1" Type="http://schemas.openxmlformats.org/officeDocument/2006/relationships/slideLayout" Target="../slideLayouts/slideLayout1.xml"/></Relationships>
</file>

<file path=ppt/slides/_rels/slide1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8.xml"/><Relationship Id="rId1" Type="http://schemas.openxmlformats.org/officeDocument/2006/relationships/slideLayout" Target="../slideLayouts/slideLayout1.xml"/></Relationships>
</file>

<file path=ppt/slides/_rels/slide1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9.xml"/><Relationship Id="rId1" Type="http://schemas.openxmlformats.org/officeDocument/2006/relationships/slideLayout" Target="../slideLayouts/slideLayout1.xml"/></Relationships>
</file>

<file path=ppt/slides/_rels/slide1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0.xml"/><Relationship Id="rId1" Type="http://schemas.openxmlformats.org/officeDocument/2006/relationships/slideLayout" Target="../slideLayouts/slideLayout1.xml"/></Relationships>
</file>

<file path=ppt/slides/_rels/slide1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1.xml"/><Relationship Id="rId1" Type="http://schemas.openxmlformats.org/officeDocument/2006/relationships/slideLayout" Target="../slideLayouts/slideLayout1.xml"/></Relationships>
</file>

<file path=ppt/slides/_rels/slide1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2.xml"/><Relationship Id="rId1" Type="http://schemas.openxmlformats.org/officeDocument/2006/relationships/slideLayout" Target="../slideLayouts/slideLayout1.xml"/></Relationships>
</file>

<file path=ppt/slides/_rels/slide1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1.png"/></Relationships>
</file>

<file path=ppt/slides/_rels/slide1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2.png"/></Relationships>
</file>

<file path=ppt/slides/_rels/slide1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3.png"/></Relationships>
</file>

<file path=ppt/slides/_rels/slide1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6.xml"/><Relationship Id="rId1" Type="http://schemas.openxmlformats.org/officeDocument/2006/relationships/slideLayout" Target="../slideLayouts/slideLayout1.xml"/></Relationships>
</file>

<file path=ppt/slides/_rels/slide1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4.png"/></Relationships>
</file>

<file path=ppt/slides/_rels/slide1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5.png"/></Relationships>
</file>

<file path=ppt/slides/_rels/slide1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6.png"/></Relationships>
</file>

<file path=ppt/slides/_rels/slide1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0.xml"/><Relationship Id="rId1" Type="http://schemas.openxmlformats.org/officeDocument/2006/relationships/slideLayout" Target="../slideLayouts/slideLayout1.xml"/></Relationships>
</file>

<file path=ppt/slides/_rels/slide1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1.xml"/><Relationship Id="rId1" Type="http://schemas.openxmlformats.org/officeDocument/2006/relationships/slideLayout" Target="../slideLayouts/slideLayout1.xml"/></Relationships>
</file>

<file path=ppt/slides/_rels/slide1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2.xml"/><Relationship Id="rId1" Type="http://schemas.openxmlformats.org/officeDocument/2006/relationships/slideLayout" Target="../slideLayouts/slideLayout1.xml"/></Relationships>
</file>

<file path=ppt/slides/_rels/slide1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3.xml"/><Relationship Id="rId1" Type="http://schemas.openxmlformats.org/officeDocument/2006/relationships/slideLayout" Target="../slideLayouts/slideLayout1.xml"/></Relationships>
</file>

<file path=ppt/slides/_rels/slide1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4.xml"/><Relationship Id="rId1" Type="http://schemas.openxmlformats.org/officeDocument/2006/relationships/slideLayout" Target="../slideLayouts/slideLayout1.xml"/></Relationships>
</file>

<file path=ppt/slides/_rels/slide1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7.png"/></Relationships>
</file>

<file path=ppt/slides/_rels/slide1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8.png"/></Relationships>
</file>

<file path=ppt/slides/_rels/slide1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7.xml"/><Relationship Id="rId1" Type="http://schemas.openxmlformats.org/officeDocument/2006/relationships/slideLayout" Target="../slideLayouts/slideLayout1.xml"/></Relationships>
</file>

<file path=ppt/slides/_rels/slide1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8.xml"/><Relationship Id="rId1" Type="http://schemas.openxmlformats.org/officeDocument/2006/relationships/slideLayout" Target="../slideLayouts/slideLayout1.xml"/></Relationships>
</file>

<file path=ppt/slides/_rels/slide14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9.xml"/><Relationship Id="rId1" Type="http://schemas.openxmlformats.org/officeDocument/2006/relationships/slideLayout" Target="../slideLayouts/slideLayout1.xml"/></Relationships>
</file>

<file path=ppt/slides/_rels/slide15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0.xml"/><Relationship Id="rId1" Type="http://schemas.openxmlformats.org/officeDocument/2006/relationships/slideLayout" Target="../slideLayouts/slideLayout1.xml"/></Relationships>
</file>

<file path=ppt/slides/_rels/slide15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9.png"/></Relationships>
</file>

<file path=ppt/slides/_rels/slide15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0.png"/><Relationship Id="rId2" Type="http://schemas.openxmlformats.org/officeDocument/2006/relationships/notesSlide" Target="../notesSlides/notesSlide152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1">
            <a:extLst>
              <a:ext uri="{FF2B5EF4-FFF2-40B4-BE49-F238E27FC236}">
                <a16:creationId xmlns:a16="http://schemas.microsoft.com/office/drawing/2014/main" id="{DFAA25CB-64DD-C2F0-00EB-98740145C8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80040" y="1404363"/>
            <a:ext cx="7470941" cy="1944000"/>
          </a:xfrm>
        </p:spPr>
        <p:txBody>
          <a:bodyPr>
            <a:normAutofit/>
          </a:bodyPr>
          <a:lstStyle/>
          <a:p>
            <a:pPr algn="l"/>
            <a:r>
              <a:rPr lang="ru-RU" dirty="0" smtClean="0">
                <a:solidFill>
                  <a:schemeClr val="bg1"/>
                </a:solidFill>
                <a:latin typeface="TTTravels-DemiBold" panose="02000503030000020004" pitchFamily="2" charset="0"/>
              </a:rPr>
              <a:t>Единственная ответственность</a:t>
            </a:r>
            <a:endParaRPr lang="ru-RU" dirty="0">
              <a:solidFill>
                <a:schemeClr val="bg1"/>
              </a:solidFill>
              <a:latin typeface="TTTravels-DemiBold" panose="02000503030000020004" pitchFamily="2" charset="0"/>
            </a:endParaRPr>
          </a:p>
        </p:txBody>
      </p:sp>
      <p:sp>
        <p:nvSpPr>
          <p:cNvPr id="6" name="Подзаголовок 2">
            <a:extLst>
              <a:ext uri="{FF2B5EF4-FFF2-40B4-BE49-F238E27FC236}">
                <a16:creationId xmlns:a16="http://schemas.microsoft.com/office/drawing/2014/main" id="{F0CF58F7-5000-6ADF-8DB4-D200B270446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80040" y="3983984"/>
            <a:ext cx="7973999" cy="725262"/>
          </a:xfrm>
        </p:spPr>
        <p:txBody>
          <a:bodyPr/>
          <a:lstStyle/>
          <a:p>
            <a:pPr lvl="0" algn="l">
              <a:defRPr/>
            </a:pPr>
            <a:r>
              <a:rPr lang="ru-RU" kern="0" dirty="0">
                <a:solidFill>
                  <a:schemeClr val="bg1"/>
                </a:solidFill>
                <a:latin typeface="TTTravels-Regular"/>
                <a:sym typeface="TTTravels-Regular"/>
              </a:rPr>
              <a:t>Роман Хаимов</a:t>
            </a:r>
            <a:endParaRPr lang="ru-RU" kern="0" dirty="0">
              <a:solidFill>
                <a:schemeClr val="bg1"/>
              </a:solidFill>
              <a:latin typeface="TTTravels-Regular"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6147156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776" y="1158764"/>
            <a:ext cx="3941591" cy="3941591"/>
          </a:xfrm>
          <a:prstGeom prst="ellipse">
            <a:avLst/>
          </a:prstGeom>
        </p:spPr>
      </p:pic>
      <p:sp>
        <p:nvSpPr>
          <p:cNvPr id="4" name="Подзаголовок 2"/>
          <p:cNvSpPr txBox="1">
            <a:spLocks/>
          </p:cNvSpPr>
          <p:nvPr/>
        </p:nvSpPr>
        <p:spPr>
          <a:xfrm>
            <a:off x="842981" y="2099502"/>
            <a:ext cx="5400167" cy="206011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7 </a:t>
            </a:r>
            <a:r>
              <a:rPr kumimoji="0" lang="ru-RU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лет работы </a:t>
            </a:r>
            <a:r>
              <a:rPr lang="ru-RU" kern="0" noProof="0" dirty="0" smtClean="0">
                <a:latin typeface="TTTravels-DemiBold" panose="02000503030000020004" pitchFamily="2" charset="0"/>
              </a:rPr>
              <a:t>в </a:t>
            </a:r>
            <a:r>
              <a:rPr lang="ru-RU" kern="0" noProof="0" dirty="0" err="1" smtClean="0">
                <a:latin typeface="TTTravels-DemiBold" panose="02000503030000020004" pitchFamily="2" charset="0"/>
              </a:rPr>
              <a:t>Рексофт</a:t>
            </a:r>
            <a:endParaRPr kumimoji="0" lang="ru-RU" b="0" i="0" u="none" strike="noStrike" kern="0" cap="none" spc="0" normalizeH="0" baseline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TTravels-DemiBold" panose="02000503030000020004" pitchFamily="2" charset="0"/>
              <a:sym typeface="TTTravels-Regular"/>
            </a:endParaRPr>
          </a:p>
          <a:p>
            <a:pPr marL="0" marR="0" lvl="0" indent="0" algn="l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kern="0" noProof="0" dirty="0" smtClean="0"/>
              <a:t>Основное направление – </a:t>
            </a:r>
            <a:r>
              <a:rPr lang="ru-RU" kern="0" noProof="0" dirty="0" smtClean="0"/>
              <a:t>оптимизация процесса производства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7012226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608" y="2000250"/>
            <a:ext cx="2857500" cy="2857500"/>
          </a:xfrm>
          <a:prstGeom prst="rect">
            <a:avLst/>
          </a:prstGeom>
        </p:spPr>
      </p:pic>
      <p:sp>
        <p:nvSpPr>
          <p:cNvPr id="5" name="Подзаголовок 2"/>
          <p:cNvSpPr txBox="1">
            <a:spLocks/>
          </p:cNvSpPr>
          <p:nvPr/>
        </p:nvSpPr>
        <p:spPr>
          <a:xfrm>
            <a:off x="799862" y="1304000"/>
            <a:ext cx="3192991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Роль архитектуры в ПО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67802" y="2000250"/>
            <a:ext cx="2857500" cy="2857500"/>
          </a:xfrm>
          <a:prstGeom prst="rect">
            <a:avLst/>
          </a:prstGeom>
        </p:spPr>
      </p:pic>
      <p:sp>
        <p:nvSpPr>
          <p:cNvPr id="7" name="Подзаголовок 2"/>
          <p:cNvSpPr txBox="1">
            <a:spLocks/>
          </p:cNvSpPr>
          <p:nvPr/>
        </p:nvSpPr>
        <p:spPr>
          <a:xfrm>
            <a:off x="7352525" y="1304000"/>
            <a:ext cx="3688054" cy="69625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45719" rIns="45719">
            <a:noAutofit/>
          </a:bodyPr>
          <a:lstStyle>
            <a:lvl1pPr marL="0" marR="0" indent="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1pPr>
            <a:lvl2pPr marL="0" marR="0" indent="4572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2pPr>
            <a:lvl3pPr marL="0" marR="0" indent="9144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3pPr>
            <a:lvl4pPr marL="0" marR="0" indent="1371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4pPr>
            <a:lvl5pPr marL="0" marR="0" indent="18288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solidFill>
                  <a:srgbClr val="000000"/>
                </a:solidFill>
                <a:uFillTx/>
                <a:latin typeface="TTTravels-Regular"/>
                <a:ea typeface="TTTravels-Regular"/>
                <a:cs typeface="TTTravels-Regular"/>
                <a:sym typeface="TTTravels-Regular"/>
              </a:defRPr>
            </a:lvl9pPr>
          </a:lstStyle>
          <a:p>
            <a:pPr marL="0" marR="0" lvl="0" indent="0" algn="ctr" defTabSz="914400" rtl="0" eaLnBrk="1" fontAlgn="auto" latinLnBrk="0" hangingPunct="1">
              <a:lnSpc>
                <a:spcPct val="16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b="0" i="0" u="none" strike="noStrike" kern="0" cap="none" spc="0" normalizeH="0" noProof="0" dirty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TTTravels-DemiBold" panose="02000503030000020004" pitchFamily="2" charset="0"/>
                <a:sym typeface="TTTravels-Regular"/>
              </a:rPr>
              <a:t>Тестируемая архитектура</a:t>
            </a:r>
            <a:endParaRPr kumimoji="0" lang="ru-RU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sym typeface="TTTravels-Regular"/>
            </a:endParaRPr>
          </a:p>
        </p:txBody>
      </p:sp>
    </p:spTree>
    <p:extLst>
      <p:ext uri="{BB962C8B-B14F-4D97-AF65-F5344CB8AC3E}">
        <p14:creationId xmlns:p14="http://schemas.microsoft.com/office/powerpoint/2010/main" val="29496125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 КОДА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25714"/>
          <a:stretch/>
        </p:blipFill>
        <p:spPr>
          <a:xfrm>
            <a:off x="2505075" y="2240280"/>
            <a:ext cx="7181850" cy="237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061425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67018" y="434422"/>
            <a:ext cx="5857965" cy="59891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54696200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77158436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7241" y="217609"/>
            <a:ext cx="3357518" cy="64227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267200" y="76200"/>
            <a:ext cx="3657600" cy="6640392"/>
          </a:xfrm>
          <a:prstGeom prst="rect">
            <a:avLst/>
          </a:prstGeom>
          <a:solidFill>
            <a:srgbClr val="FFFFFF">
              <a:alpha val="76078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МНОГО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46782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l="22460" t="26429" r="26467" b="18557"/>
          <a:stretch/>
        </p:blipFill>
        <p:spPr>
          <a:xfrm>
            <a:off x="3117159" y="1290638"/>
            <a:ext cx="5957682" cy="42767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510717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81909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4221978" y="229529"/>
            <a:ext cx="3778523" cy="618558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09053" y="290682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821236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1432627" y="48722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891912" y="2485505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1371667" y="4838008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2" name="Рисунок 11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-194" b="45229"/>
          <a:stretch/>
        </p:blipFill>
        <p:spPr>
          <a:xfrm>
            <a:off x="7544300" y="315884"/>
            <a:ext cx="3778523" cy="339990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3" name="Рисунок 12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64940"/>
          <a:stretch/>
        </p:blipFill>
        <p:spPr>
          <a:xfrm>
            <a:off x="7544300" y="4206240"/>
            <a:ext cx="3778523" cy="216869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1586085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803869" y="930113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2171507" y="3241963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145286" y="3690851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5832361" y="4100459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8582" y="368496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90944" y="1206184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12482415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b="77639"/>
          <a:stretch/>
        </p:blipFill>
        <p:spPr>
          <a:xfrm>
            <a:off x="4224774" y="674879"/>
            <a:ext cx="3778523" cy="138314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23660" b="48522"/>
          <a:stretch/>
        </p:blipFill>
        <p:spPr>
          <a:xfrm>
            <a:off x="1527948" y="3699776"/>
            <a:ext cx="3778523" cy="1720735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BEBA8EAE-BF5A-486C-A8C5-ECC9F3942E4B}">
                <a14:imgProps xmlns:a14="http://schemas.microsoft.com/office/drawing/2010/main">
                  <a14:imgLayer r:embed="rId5">
                    <a14:imgEffect>
                      <a14:artisticBlur radius="6"/>
                    </a14:imgEffect>
                  </a14:imgLayer>
                </a14:imgProps>
              </a:ext>
            </a:extLst>
          </a:blip>
          <a:srcRect t="73257"/>
          <a:stretch/>
        </p:blipFill>
        <p:spPr>
          <a:xfrm>
            <a:off x="7451649" y="3699776"/>
            <a:ext cx="3778523" cy="165423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2911849" y="95095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main.ts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215023" y="428220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utils.ts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6138724" y="4111393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err="1">
                <a:latin typeface="Roboto" panose="02000000000000000000" pitchFamily="2" charset="0"/>
                <a:ea typeface="Roboto" panose="02000000000000000000" pitchFamily="2" charset="0"/>
              </a:rPr>
              <a:t>logic.ts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grpSp>
        <p:nvGrpSpPr>
          <p:cNvPr id="3" name="Группа 2"/>
          <p:cNvGrpSpPr/>
          <p:nvPr/>
        </p:nvGrpSpPr>
        <p:grpSpPr>
          <a:xfrm>
            <a:off x="2761465" y="2018624"/>
            <a:ext cx="1169486" cy="1151486"/>
            <a:chOff x="2092321" y="1241631"/>
            <a:chExt cx="1169486" cy="1151486"/>
          </a:xfrm>
        </p:grpSpPr>
        <p:pic>
          <p:nvPicPr>
            <p:cNvPr id="16" name="Рисунок 15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17" name="Рисунок 16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18" name="TextBox 17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19" name="Группа 18"/>
          <p:cNvGrpSpPr/>
          <p:nvPr/>
        </p:nvGrpSpPr>
        <p:grpSpPr>
          <a:xfrm rot="5400000">
            <a:off x="8496983" y="2120940"/>
            <a:ext cx="1169486" cy="1151486"/>
            <a:chOff x="2092321" y="1241631"/>
            <a:chExt cx="1169486" cy="1151486"/>
          </a:xfrm>
        </p:grpSpPr>
        <p:pic>
          <p:nvPicPr>
            <p:cNvPr id="20" name="Рисунок 19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1" name="Рисунок 2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2" name="TextBox 21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  <p:grpSp>
        <p:nvGrpSpPr>
          <p:cNvPr id="23" name="Группа 22"/>
          <p:cNvGrpSpPr/>
          <p:nvPr/>
        </p:nvGrpSpPr>
        <p:grpSpPr>
          <a:xfrm rot="2700000">
            <a:off x="5726141" y="3706458"/>
            <a:ext cx="1169486" cy="1151486"/>
            <a:chOff x="2092321" y="1241631"/>
            <a:chExt cx="1169486" cy="1151486"/>
          </a:xfrm>
        </p:grpSpPr>
        <p:pic>
          <p:nvPicPr>
            <p:cNvPr id="24" name="Рисунок 2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2418438" y="1588447"/>
              <a:ext cx="639078" cy="639078"/>
            </a:xfrm>
            <a:prstGeom prst="rect">
              <a:avLst/>
            </a:prstGeom>
          </p:spPr>
        </p:pic>
        <p:pic>
          <p:nvPicPr>
            <p:cNvPr id="25" name="Рисунок 24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700000">
              <a:off x="2622729" y="1754039"/>
              <a:ext cx="639078" cy="639078"/>
            </a:xfrm>
            <a:prstGeom prst="rect">
              <a:avLst/>
            </a:prstGeom>
          </p:spPr>
        </p:pic>
        <p:sp>
          <p:nvSpPr>
            <p:cNvPr id="26" name="TextBox 25"/>
            <p:cNvSpPr txBox="1"/>
            <p:nvPr/>
          </p:nvSpPr>
          <p:spPr>
            <a:xfrm rot="18655409">
              <a:off x="2188966" y="1144986"/>
              <a:ext cx="637708" cy="83099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4800" dirty="0">
                  <a:latin typeface="Roboto" panose="02000000000000000000" pitchFamily="2" charset="0"/>
                  <a:ea typeface="Roboto" panose="02000000000000000000" pitchFamily="2" charset="0"/>
                </a:rPr>
                <a:t>?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959443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1603373" y="2387600"/>
            <a:ext cx="3714247" cy="2541204"/>
            <a:chOff x="3197166" y="2060894"/>
            <a:chExt cx="5732446" cy="3922010"/>
          </a:xfrm>
        </p:grpSpPr>
        <p:pic>
          <p:nvPicPr>
            <p:cNvPr id="27" name="Рисунок 26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28" name="Рисунок 27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29" name="Рисунок 28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30" name="Рисунок 29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31" name="Рисунок 30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32" name="Рисунок 31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33" name="Рисунок 32"/>
            <p:cNvPicPr>
              <a:picLocks noChangeAspect="1"/>
            </p:cNvPicPr>
            <p:nvPr/>
          </p:nvPicPr>
          <p:blipFill>
            <a:blip r:embed="rId9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7960659" y="5013951"/>
              <a:ext cx="968953" cy="968953"/>
            </a:xfrm>
            <a:prstGeom prst="rect">
              <a:avLst/>
            </a:prstGeom>
          </p:spPr>
        </p:pic>
        <p:pic>
          <p:nvPicPr>
            <p:cNvPr id="35" name="Рисунок 34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36" name="Рисунок 3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7326231" y="4172508"/>
              <a:ext cx="1003589" cy="1003589"/>
            </a:xfrm>
            <a:prstGeom prst="rect">
              <a:avLst/>
            </a:prstGeom>
          </p:spPr>
        </p:pic>
      </p:grpSp>
      <p:grpSp>
        <p:nvGrpSpPr>
          <p:cNvPr id="38" name="Группа 37"/>
          <p:cNvGrpSpPr/>
          <p:nvPr/>
        </p:nvGrpSpPr>
        <p:grpSpPr>
          <a:xfrm flipH="1">
            <a:off x="7742257" y="2387600"/>
            <a:ext cx="2914554" cy="2534304"/>
            <a:chOff x="3197166" y="2060894"/>
            <a:chExt cx="4498226" cy="3911361"/>
          </a:xfrm>
        </p:grpSpPr>
        <p:pic>
          <p:nvPicPr>
            <p:cNvPr id="39" name="Рисунок 38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2060894"/>
              <a:ext cx="968953" cy="968953"/>
            </a:xfrm>
            <a:prstGeom prst="rect">
              <a:avLst/>
            </a:prstGeom>
          </p:spPr>
        </p:pic>
        <p:pic>
          <p:nvPicPr>
            <p:cNvPr id="40" name="Рисунок 39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166119" y="3532098"/>
              <a:ext cx="968953" cy="968953"/>
            </a:xfrm>
            <a:prstGeom prst="rect">
              <a:avLst/>
            </a:prstGeom>
          </p:spPr>
        </p:pic>
        <p:pic>
          <p:nvPicPr>
            <p:cNvPr id="41" name="Рисунок 40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26439" y="3532098"/>
              <a:ext cx="968953" cy="968953"/>
            </a:xfrm>
            <a:prstGeom prst="rect">
              <a:avLst/>
            </a:prstGeom>
          </p:spPr>
        </p:pic>
        <p:pic>
          <p:nvPicPr>
            <p:cNvPr id="42" name="Рисунок 41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3380000">
              <a:off x="4725811" y="2753220"/>
              <a:ext cx="1003589" cy="1003589"/>
            </a:xfrm>
            <a:prstGeom prst="rect">
              <a:avLst/>
            </a:prstGeom>
          </p:spPr>
        </p:pic>
        <p:pic>
          <p:nvPicPr>
            <p:cNvPr id="43" name="Рисунок 42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6145099" y="2753219"/>
              <a:ext cx="1003589" cy="1003589"/>
            </a:xfrm>
            <a:prstGeom prst="rect">
              <a:avLst/>
            </a:prstGeom>
          </p:spPr>
        </p:pic>
        <p:pic>
          <p:nvPicPr>
            <p:cNvPr id="44" name="Рисунок 43"/>
            <p:cNvPicPr>
              <a:picLocks noChangeAspect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197166" y="5003302"/>
              <a:ext cx="968953" cy="968953"/>
            </a:xfrm>
            <a:prstGeom prst="rect">
              <a:avLst/>
            </a:prstGeom>
          </p:spPr>
        </p:pic>
        <p:pic>
          <p:nvPicPr>
            <p:cNvPr id="46" name="Рисунок 45"/>
            <p:cNvPicPr>
              <a:picLocks noChangeAspect="1"/>
            </p:cNvPicPr>
            <p:nvPr/>
          </p:nvPicPr>
          <p:blipFill>
            <a:blip r:embed="rId10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452773" y="5003302"/>
              <a:ext cx="968953" cy="968953"/>
            </a:xfrm>
            <a:prstGeom prst="rect">
              <a:avLst/>
            </a:prstGeom>
          </p:spPr>
        </p:pic>
        <p:pic>
          <p:nvPicPr>
            <p:cNvPr id="47" name="Рисунок 46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2696984">
              <a:off x="3531690" y="4176736"/>
              <a:ext cx="1003589" cy="1003589"/>
            </a:xfrm>
            <a:prstGeom prst="rect">
              <a:avLst/>
            </a:prstGeom>
          </p:spPr>
        </p:pic>
        <p:pic>
          <p:nvPicPr>
            <p:cNvPr id="49" name="Рисунок 48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8903016" flipH="1">
              <a:off x="4915287" y="4172506"/>
              <a:ext cx="1003589" cy="1003589"/>
            </a:xfrm>
            <a:prstGeom prst="rect">
              <a:avLst/>
            </a:prstGeom>
          </p:spPr>
        </p:pic>
      </p:grpSp>
      <p:sp>
        <p:nvSpPr>
          <p:cNvPr id="50" name="TextBox 49"/>
          <p:cNvSpPr txBox="1"/>
          <p:nvPr/>
        </p:nvSpPr>
        <p:spPr>
          <a:xfrm>
            <a:off x="2867490" y="2785178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576985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10999926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Группа 8"/>
          <p:cNvGrpSpPr/>
          <p:nvPr/>
        </p:nvGrpSpPr>
        <p:grpSpPr>
          <a:xfrm>
            <a:off x="4704080" y="2363539"/>
            <a:ext cx="3710955" cy="2054224"/>
            <a:chOff x="4704080" y="2363539"/>
            <a:chExt cx="3710955" cy="2054224"/>
          </a:xfrm>
        </p:grpSpPr>
        <p:sp>
          <p:nvSpPr>
            <p:cNvPr id="3" name="Прямоугольник 2"/>
            <p:cNvSpPr/>
            <p:nvPr/>
          </p:nvSpPr>
          <p:spPr>
            <a:xfrm>
              <a:off x="4704080" y="2462913"/>
              <a:ext cx="3710955" cy="185547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  <a:latin typeface="Roboto" panose="02000000000000000000" pitchFamily="2" charset="0"/>
              </a:endParaRPr>
            </a:p>
          </p:txBody>
        </p:sp>
        <p:pic>
          <p:nvPicPr>
            <p:cNvPr id="8" name="Рисунок 7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532445" y="2363539"/>
              <a:ext cx="2054224" cy="2054224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29352079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/>
          <p:cNvSpPr/>
          <p:nvPr/>
        </p:nvSpPr>
        <p:spPr>
          <a:xfrm>
            <a:off x="4704080" y="2462913"/>
            <a:ext cx="3710955" cy="185547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76" y="2462912"/>
            <a:ext cx="1800000" cy="18000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0135" y="2473304"/>
            <a:ext cx="1800000" cy="180000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59557" y="2490651"/>
            <a:ext cx="1800000" cy="18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828420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701"/>
          <a:stretch/>
        </p:blipFill>
        <p:spPr>
          <a:xfrm>
            <a:off x="1885950" y="2208068"/>
            <a:ext cx="8420100" cy="244186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47651760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85950" y="2228850"/>
            <a:ext cx="8420100" cy="24003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5913120" y="3091064"/>
            <a:ext cx="1727200" cy="675871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672451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1030" y="2594605"/>
            <a:ext cx="11649941" cy="171083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38344737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482"/>
          <a:stretch/>
        </p:blipFill>
        <p:spPr>
          <a:xfrm>
            <a:off x="2285275" y="1293300"/>
            <a:ext cx="7621451" cy="42714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5616392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ЕДИНАЯ ПРИЧИНА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389483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88230" y="1347470"/>
            <a:ext cx="2476500" cy="4000500"/>
          </a:xfrm>
          <a:prstGeom prst="rect">
            <a:avLst/>
          </a:prstGeom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422467292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81783" y="336803"/>
            <a:ext cx="3828435" cy="6184395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362088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2425" b="31845"/>
          <a:stretch/>
        </p:blipFill>
        <p:spPr>
          <a:xfrm>
            <a:off x="3670351" y="853440"/>
            <a:ext cx="4851299" cy="515112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53819912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72323" b="2667"/>
          <a:stretch/>
        </p:blipFill>
        <p:spPr>
          <a:xfrm>
            <a:off x="3352800" y="2222958"/>
            <a:ext cx="5486400" cy="24120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9859965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36123" y="335280"/>
            <a:ext cx="3519754" cy="618744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186150532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НОВОЕ</a:t>
            </a: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ТРЕБОВАНИЕ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2116941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4750432" cy="1351281"/>
            <a:chOff x="1609409" y="2844799"/>
            <a:chExt cx="4750432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479551372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21208" y="2753360"/>
            <a:ext cx="8149584" cy="1351281"/>
            <a:chOff x="1609409" y="2844799"/>
            <a:chExt cx="8149584" cy="1351281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  <p:pic>
          <p:nvPicPr>
            <p:cNvPr id="4" name="Рисунок 3"/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609409" y="2844799"/>
              <a:ext cx="1351280" cy="1351280"/>
            </a:xfrm>
            <a:prstGeom prst="rect">
              <a:avLst/>
            </a:prstGeom>
          </p:spPr>
        </p:pic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8407713" y="2844799"/>
              <a:ext cx="1351280" cy="1351280"/>
            </a:xfrm>
            <a:prstGeom prst="rect">
              <a:avLst/>
            </a:prstGeom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5400000">
              <a:off x="6708137" y="2844799"/>
              <a:ext cx="1351280" cy="1351280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414367763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/>
          <a:srcRect t="-167" b="31845"/>
          <a:stretch/>
        </p:blipFill>
        <p:spPr>
          <a:xfrm>
            <a:off x="3670351" y="650240"/>
            <a:ext cx="4851299" cy="535432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11989E3A-C8F6-4C82-9F64-12C51FF1B533}"/>
              </a:ext>
            </a:extLst>
          </p:cNvPr>
          <p:cNvSpPr/>
          <p:nvPr/>
        </p:nvSpPr>
        <p:spPr>
          <a:xfrm>
            <a:off x="3670351" y="650240"/>
            <a:ext cx="4851299" cy="797560"/>
          </a:xfrm>
          <a:prstGeom prst="rect">
            <a:avLst/>
          </a:prstGeom>
          <a:solidFill>
            <a:schemeClr val="bg2">
              <a:lumMod val="9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2979991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64" b="52528"/>
          <a:stretch/>
        </p:blipFill>
        <p:spPr>
          <a:xfrm>
            <a:off x="3534298" y="335618"/>
            <a:ext cx="5146699" cy="6115982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3534297" y="1082040"/>
            <a:ext cx="5146699" cy="5943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5" name="Прямоугольник 3">
            <a:extLst>
              <a:ext uri="{FF2B5EF4-FFF2-40B4-BE49-F238E27FC236}">
                <a16:creationId xmlns:a16="http://schemas.microsoft.com/office/drawing/2014/main" id="{B619EC33-6408-4670-AC71-3F45E2F16DE9}"/>
              </a:ext>
            </a:extLst>
          </p:cNvPr>
          <p:cNvSpPr/>
          <p:nvPr/>
        </p:nvSpPr>
        <p:spPr>
          <a:xfrm>
            <a:off x="5039360" y="335618"/>
            <a:ext cx="1246293" cy="253662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6169540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2094847910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2040255" y="2020888"/>
            <a:ext cx="8111490" cy="2816225"/>
            <a:chOff x="1972310" y="2407919"/>
            <a:chExt cx="8111490" cy="2816225"/>
          </a:xfrm>
        </p:grpSpPr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972310" y="2407919"/>
              <a:ext cx="2816225" cy="2816225"/>
            </a:xfrm>
            <a:prstGeom prst="rect">
              <a:avLst/>
            </a:prstGeom>
          </p:spPr>
        </p:pic>
        <p:grpSp>
          <p:nvGrpSpPr>
            <p:cNvPr id="7" name="Группа 6"/>
            <p:cNvGrpSpPr/>
            <p:nvPr/>
          </p:nvGrpSpPr>
          <p:grpSpPr>
            <a:xfrm>
              <a:off x="6028055" y="2407919"/>
              <a:ext cx="4055745" cy="2816225"/>
              <a:chOff x="6028055" y="2407919"/>
              <a:chExt cx="4055745" cy="2816225"/>
            </a:xfrm>
          </p:grpSpPr>
          <p:pic>
            <p:nvPicPr>
              <p:cNvPr id="4" name="Рисунок 3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6028055" y="2407919"/>
                <a:ext cx="2816225" cy="2816225"/>
              </a:xfrm>
              <a:prstGeom prst="rect">
                <a:avLst/>
              </a:prstGeom>
            </p:spPr>
          </p:pic>
          <p:pic>
            <p:nvPicPr>
              <p:cNvPr id="6" name="Рисунок 5"/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267575" y="2407919"/>
                <a:ext cx="2816225" cy="2816225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3033466386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6AAB1608-0A80-4CA0-B737-927176A52984}"/>
              </a:ext>
            </a:extLst>
          </p:cNvPr>
          <p:cNvSpPr/>
          <p:nvPr/>
        </p:nvSpPr>
        <p:spPr>
          <a:xfrm>
            <a:off x="3210396" y="1736814"/>
            <a:ext cx="6230023" cy="3813717"/>
          </a:xfrm>
          <a:prstGeom prst="rect">
            <a:avLst/>
          </a:prstGeom>
          <a:noFill/>
          <a:ln w="57150"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182802" y="1881975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main()</a:t>
            </a:r>
          </a:p>
        </p:txBody>
      </p:sp>
      <p:sp>
        <p:nvSpPr>
          <p:cNvPr id="7" name="Прямоугольник 6"/>
          <p:cNvSpPr/>
          <p:nvPr/>
        </p:nvSpPr>
        <p:spPr>
          <a:xfrm>
            <a:off x="5327879" y="3144908"/>
            <a:ext cx="1995055" cy="997527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Источник данных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0840320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5130295" y="1838773"/>
            <a:chExt cx="1995055" cy="997527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5130295" y="1838773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2" name="Овал 1"/>
            <p:cNvSpPr/>
            <p:nvPr/>
          </p:nvSpPr>
          <p:spPr>
            <a:xfrm>
              <a:off x="6834403" y="1888651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8" name="Группа 7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9" name="Овал 8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Прямоугольник 9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30202016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77" b="10278"/>
          <a:stretch/>
        </p:blipFill>
        <p:spPr>
          <a:xfrm>
            <a:off x="4610100" y="292100"/>
            <a:ext cx="2971800" cy="627380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4610101" y="3398520"/>
            <a:ext cx="2971800" cy="316738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01773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51407"/>
          <a:stretch/>
        </p:blipFill>
        <p:spPr>
          <a:xfrm>
            <a:off x="1990452" y="607247"/>
            <a:ext cx="3729628" cy="5136138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926"/>
          <a:stretch/>
        </p:blipFill>
        <p:spPr>
          <a:xfrm>
            <a:off x="6725012" y="528952"/>
            <a:ext cx="3729628" cy="5292728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683671952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350151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1933083"/>
            <a:ext cx="5951439" cy="3765739"/>
            <a:chOff x="2896767" y="1933083"/>
            <a:chExt cx="5951439" cy="3765739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22303" y="4701295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4" name="Прямоугольник 3"/>
            <p:cNvSpPr/>
            <p:nvPr/>
          </p:nvSpPr>
          <p:spPr>
            <a:xfrm>
              <a:off x="2896767" y="19330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02958" y="19330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219029" y="30004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787364" y="30630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6" name="Овал 15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7" name="Прямоугольник 16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6132766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783838" y="1833880"/>
            <a:ext cx="7111637" cy="1762760"/>
          </a:xfrm>
          <a:prstGeom prst="rect">
            <a:avLst/>
          </a:prstGeom>
          <a:solidFill>
            <a:schemeClr val="accent6">
              <a:lumMod val="40000"/>
              <a:lumOff val="6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4090" y="2065222"/>
            <a:ext cx="1300076" cy="13000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6504978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83839" y="1502920"/>
            <a:ext cx="7111637" cy="405459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783838" y="3616959"/>
            <a:ext cx="7111637" cy="1940559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78276354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5098473" y="2930237"/>
            <a:ext cx="1995055" cy="997527"/>
            <a:chOff x="4960403" y="3967870"/>
            <a:chExt cx="1995055" cy="997527"/>
          </a:xfrm>
        </p:grpSpPr>
        <p:grpSp>
          <p:nvGrpSpPr>
            <p:cNvPr id="5" name="Группа 4"/>
            <p:cNvGrpSpPr/>
            <p:nvPr/>
          </p:nvGrpSpPr>
          <p:grpSpPr>
            <a:xfrm>
              <a:off x="4960403" y="3967870"/>
              <a:ext cx="1995055" cy="997527"/>
              <a:chOff x="5101720" y="3153223"/>
              <a:chExt cx="1995055" cy="997527"/>
            </a:xfrm>
          </p:grpSpPr>
          <p:sp>
            <p:nvSpPr>
              <p:cNvPr id="28" name="Прямоугольник 27"/>
              <p:cNvSpPr/>
              <p:nvPr/>
            </p:nvSpPr>
            <p:spPr>
              <a:xfrm>
                <a:off x="5101720" y="3153223"/>
                <a:ext cx="1995055" cy="997527"/>
              </a:xfrm>
              <a:prstGeom prst="rect">
                <a:avLst/>
              </a:prstGeom>
              <a:solidFill>
                <a:schemeClr val="bg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>
                    <a:solidFill>
                      <a:schemeClr val="tx1"/>
                    </a:solidFill>
                    <a:latin typeface="Roboto" panose="02000000000000000000" pitchFamily="2" charset="0"/>
                  </a:rPr>
                  <a:t>main()</a:t>
                </a:r>
              </a:p>
            </p:txBody>
          </p:sp>
          <p:sp>
            <p:nvSpPr>
              <p:cNvPr id="2" name="Овал 1"/>
              <p:cNvSpPr/>
              <p:nvPr/>
            </p:nvSpPr>
            <p:spPr>
              <a:xfrm>
                <a:off x="6805828" y="3203101"/>
                <a:ext cx="241069" cy="241069"/>
              </a:xfrm>
              <a:prstGeom prst="ellipse">
                <a:avLst/>
              </a:prstGeom>
              <a:solidFill>
                <a:schemeClr val="accent1">
                  <a:lumMod val="40000"/>
                  <a:lumOff val="6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ru-RU"/>
              </a:p>
            </p:txBody>
          </p:sp>
        </p:grpSp>
        <p:sp>
          <p:nvSpPr>
            <p:cNvPr id="9" name="Овал 8"/>
            <p:cNvSpPr/>
            <p:nvPr/>
          </p:nvSpPr>
          <p:spPr>
            <a:xfrm>
              <a:off x="6371268" y="4017748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1" name="Прямоугольник 10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2" name="Овал 11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3" name="Группа 12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14" name="Овал 13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Прямоугольник 14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1743600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6898"/>
          <a:stretch/>
        </p:blipFill>
        <p:spPr>
          <a:xfrm>
            <a:off x="1503680" y="2107972"/>
            <a:ext cx="9184640" cy="264205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3784143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1911891"/>
            <a:ext cx="5951439" cy="3765739"/>
            <a:chOff x="2715792" y="233313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741328" y="510134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main()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715792" y="233313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821983" y="233313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4038054" y="340054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606389" y="346312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96681" y="2383324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368666" y="2383933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13" name="Прямоугольник 12"/>
          <p:cNvSpPr/>
          <p:nvPr/>
        </p:nvSpPr>
        <p:spPr>
          <a:xfrm>
            <a:off x="9312789" y="87994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4" name="Овал 13"/>
          <p:cNvSpPr/>
          <p:nvPr/>
        </p:nvSpPr>
        <p:spPr>
          <a:xfrm>
            <a:off x="9083232" y="92868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15" name="Группа 14"/>
          <p:cNvGrpSpPr/>
          <p:nvPr/>
        </p:nvGrpSpPr>
        <p:grpSpPr>
          <a:xfrm>
            <a:off x="9071720" y="492649"/>
            <a:ext cx="2200260" cy="338554"/>
            <a:chOff x="8052781" y="706009"/>
            <a:chExt cx="2200260" cy="338554"/>
          </a:xfrm>
        </p:grpSpPr>
        <p:sp>
          <p:nvSpPr>
            <p:cNvPr id="20" name="Овал 19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Прямоугольник 20"/>
            <p:cNvSpPr/>
            <p:nvPr/>
          </p:nvSpPr>
          <p:spPr>
            <a:xfrm>
              <a:off x="8293850" y="706009"/>
              <a:ext cx="195919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1600" dirty="0">
                  <a:latin typeface="Roboto" panose="02000000000000000000" pitchFamily="2" charset="0"/>
                </a:rPr>
                <a:t>Источник данных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750519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0294" y="2018347"/>
            <a:ext cx="1021305" cy="10213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66690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10946" y="728999"/>
            <a:ext cx="1800000" cy="1800000"/>
          </a:xfrm>
          <a:prstGeom prst="rect">
            <a:avLst/>
          </a:prstGeom>
        </p:spPr>
      </p:pic>
      <p:pic>
        <p:nvPicPr>
          <p:cNvPr id="16" name="Рисунок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196000" y="2529000"/>
            <a:ext cx="1800000" cy="1800000"/>
          </a:xfrm>
          <a:prstGeom prst="rect">
            <a:avLst/>
          </a:prstGeom>
        </p:spPr>
      </p:pic>
      <p:pic>
        <p:nvPicPr>
          <p:cNvPr id="2" name="Рисунок 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8163" y="1831162"/>
            <a:ext cx="1395674" cy="13956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7048134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428750"/>
            <a:ext cx="2724150" cy="4000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461029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595086" y="828040"/>
            <a:ext cx="10690180" cy="5201920"/>
            <a:chOff x="595086" y="0"/>
            <a:chExt cx="10690180" cy="5201920"/>
          </a:xfrm>
        </p:grpSpPr>
        <p:pic>
          <p:nvPicPr>
            <p:cNvPr id="12" name="Рисунок 11"/>
            <p:cNvPicPr>
              <a:picLocks noChangeAspect="1"/>
            </p:cNvPicPr>
            <p:nvPr/>
          </p:nvPicPr>
          <p:blipFill rotWithShape="1">
            <a:blip r:embed="rId4"/>
            <a:srcRect t="1" b="64474"/>
            <a:stretch/>
          </p:blipFill>
          <p:spPr>
            <a:xfrm>
              <a:off x="595086" y="0"/>
              <a:ext cx="5065486" cy="520192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3" name="Прямоугольник 12"/>
            <p:cNvSpPr/>
            <p:nvPr/>
          </p:nvSpPr>
          <p:spPr>
            <a:xfrm>
              <a:off x="595086" y="1921692"/>
              <a:ext cx="5065486" cy="328022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pic>
          <p:nvPicPr>
            <p:cNvPr id="10" name="Рисунок 9"/>
            <p:cNvPicPr>
              <a:picLocks noChangeAspect="1"/>
            </p:cNvPicPr>
            <p:nvPr/>
          </p:nvPicPr>
          <p:blipFill rotWithShape="1">
            <a:blip r:embed="rId4"/>
            <a:srcRect t="49448" b="13199"/>
            <a:stretch/>
          </p:blipFill>
          <p:spPr>
            <a:xfrm>
              <a:off x="6599328" y="0"/>
              <a:ext cx="4685938" cy="50596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4" name="Прямоугольник 13"/>
            <p:cNvSpPr/>
            <p:nvPr/>
          </p:nvSpPr>
          <p:spPr>
            <a:xfrm>
              <a:off x="6599322" y="1921692"/>
              <a:ext cx="4685938" cy="3137988"/>
            </a:xfrm>
            <a:prstGeom prst="rect">
              <a:avLst/>
            </a:prstGeom>
            <a:solidFill>
              <a:schemeClr val="bg2">
                <a:lumMod val="50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116102669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0832647" cy="5212080"/>
            <a:chOff x="445595" y="0"/>
            <a:chExt cx="10832647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414380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414379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412749873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3120281" y="2047383"/>
            <a:ext cx="5951439" cy="3765739"/>
            <a:chOff x="2639592" y="2047383"/>
            <a:chExt cx="5951439" cy="3765739"/>
          </a:xfrm>
        </p:grpSpPr>
        <p:sp>
          <p:nvSpPr>
            <p:cNvPr id="28" name="Прямоугольник 27"/>
            <p:cNvSpPr/>
            <p:nvPr/>
          </p:nvSpPr>
          <p:spPr>
            <a:xfrm>
              <a:off x="4665128" y="4815595"/>
              <a:ext cx="1995055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4" name="Прямоугольник 3"/>
            <p:cNvSpPr/>
            <p:nvPr/>
          </p:nvSpPr>
          <p:spPr>
            <a:xfrm>
              <a:off x="2639592" y="2047383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5745783" y="2047384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8" name="Соединительная линия уступом 7"/>
            <p:cNvCxnSpPr>
              <a:stCxn id="28" idx="0"/>
              <a:endCxn id="4" idx="2"/>
            </p:cNvCxnSpPr>
            <p:nvPr/>
          </p:nvCxnSpPr>
          <p:spPr>
            <a:xfrm rot="16200000" flipV="1">
              <a:off x="3961854" y="3114793"/>
              <a:ext cx="1770685" cy="163092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Соединительная линия уступом 10"/>
            <p:cNvCxnSpPr>
              <a:stCxn id="28" idx="0"/>
              <a:endCxn id="6" idx="2"/>
            </p:cNvCxnSpPr>
            <p:nvPr/>
          </p:nvCxnSpPr>
          <p:spPr>
            <a:xfrm rot="5400000" flipH="1" flipV="1">
              <a:off x="5530189" y="3177378"/>
              <a:ext cx="1770684" cy="150575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Овал 8"/>
            <p:cNvSpPr/>
            <p:nvPr/>
          </p:nvSpPr>
          <p:spPr>
            <a:xfrm>
              <a:off x="5130864" y="2098182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0" name="Овал 9"/>
            <p:cNvSpPr/>
            <p:nvPr/>
          </p:nvSpPr>
          <p:spPr>
            <a:xfrm>
              <a:off x="8289470" y="2091108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6" name="Группа 15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7" name="Овал 16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8" name="Прямоугольник 17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2112966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7B2991E-39DD-40E6-BDFB-E371B90E73D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83185" y="563708"/>
            <a:ext cx="5025631" cy="5730584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92789584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637971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696027"/>
            <a:ext cx="5903869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94126423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67874606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20658548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54338773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6240" y="1056908"/>
            <a:ext cx="9215120" cy="511705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384012980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Рисунок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362199" y="686972"/>
            <a:ext cx="8105775" cy="5237578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6" name="Прямоугольник 15"/>
          <p:cNvSpPr/>
          <p:nvPr/>
        </p:nvSpPr>
        <p:spPr>
          <a:xfrm>
            <a:off x="2362199" y="2992582"/>
            <a:ext cx="8105775" cy="64008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17492389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Группа 4"/>
          <p:cNvGrpSpPr/>
          <p:nvPr/>
        </p:nvGrpSpPr>
        <p:grpSpPr>
          <a:xfrm>
            <a:off x="2002790" y="2002790"/>
            <a:ext cx="8318500" cy="4000500"/>
            <a:chOff x="1982470" y="1789430"/>
            <a:chExt cx="8318500" cy="400050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7824470" y="1789430"/>
              <a:ext cx="2476500" cy="400050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1982470" y="1789430"/>
              <a:ext cx="2476500" cy="4000500"/>
            </a:xfrm>
            <a:prstGeom prst="rect">
              <a:avLst/>
            </a:prstGeom>
          </p:spPr>
        </p:pic>
      </p:grpSp>
      <p:pic>
        <p:nvPicPr>
          <p:cNvPr id="6" name="Рисунок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37768" y="436880"/>
            <a:ext cx="1351280" cy="1351280"/>
          </a:xfrm>
          <a:prstGeom prst="rect">
            <a:avLst/>
          </a:prstGeom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07400" y="43688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4438777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519628" y="866775"/>
            <a:ext cx="9091221" cy="504825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519628" y="1295400"/>
            <a:ext cx="9091221" cy="5143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048430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338356885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727889" y="1099449"/>
            <a:ext cx="10507670" cy="4499114"/>
            <a:chOff x="254923" y="789710"/>
            <a:chExt cx="11599268" cy="4966508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54923" y="789710"/>
              <a:ext cx="11599268" cy="4966508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sp>
          <p:nvSpPr>
            <p:cNvPr id="7" name="Прямоугольник 6"/>
            <p:cNvSpPr/>
            <p:nvPr/>
          </p:nvSpPr>
          <p:spPr>
            <a:xfrm>
              <a:off x="5004261" y="1249746"/>
              <a:ext cx="152954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8" name="Прямоугольник 7"/>
            <p:cNvSpPr/>
            <p:nvPr/>
          </p:nvSpPr>
          <p:spPr>
            <a:xfrm>
              <a:off x="8997141" y="806336"/>
              <a:ext cx="2449484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1064720185"/>
      </p:ext>
    </p:extLst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448560" y="1113220"/>
            <a:ext cx="7633359" cy="475926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27381958"/>
      </p:ext>
    </p:extLst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61443870"/>
      </p:ext>
    </p:extLst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ЖЕСТКОСТЬ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2046037"/>
      </p:ext>
    </p:extLst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6366" y="2444087"/>
            <a:ext cx="11599268" cy="1969827"/>
            <a:chOff x="397163" y="2124653"/>
            <a:chExt cx="11599268" cy="1969827"/>
          </a:xfrm>
        </p:grpSpPr>
        <p:pic>
          <p:nvPicPr>
            <p:cNvPr id="6" name="Рисунок 5"/>
            <p:cNvPicPr>
              <a:picLocks noChangeAspect="1"/>
            </p:cNvPicPr>
            <p:nvPr/>
          </p:nvPicPr>
          <p:blipFill rotWithShape="1">
            <a:blip r:embed="rId4"/>
            <a:srcRect b="90739"/>
            <a:stretch/>
          </p:blipFill>
          <p:spPr>
            <a:xfrm>
              <a:off x="397163" y="3634510"/>
              <a:ext cx="11599268" cy="459970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  <p:pic>
          <p:nvPicPr>
            <p:cNvPr id="5" name="Рисунок 4"/>
            <p:cNvPicPr>
              <a:picLocks noChangeAspect="1"/>
            </p:cNvPicPr>
            <p:nvPr/>
          </p:nvPicPr>
          <p:blipFill rotWithShape="1">
            <a:blip r:embed="rId5"/>
            <a:srcRect b="92376"/>
            <a:stretch/>
          </p:blipFill>
          <p:spPr>
            <a:xfrm>
              <a:off x="1529788" y="2124653"/>
              <a:ext cx="9091221" cy="384867"/>
            </a:xfrm>
            <a:prstGeom prst="rect">
              <a:avLst/>
            </a:prstGeom>
            <a:ln>
              <a:solidFill>
                <a:srgbClr val="000000"/>
              </a:solidFill>
            </a:ln>
          </p:spPr>
        </p:pic>
      </p:grpSp>
      <p:sp>
        <p:nvSpPr>
          <p:cNvPr id="9" name="Прямоугольник 8"/>
          <p:cNvSpPr/>
          <p:nvPr/>
        </p:nvSpPr>
        <p:spPr>
          <a:xfrm>
            <a:off x="9001760" y="3966412"/>
            <a:ext cx="2495665" cy="44750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13720880"/>
      </p:ext>
    </p:extLst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8995236" y="1278999"/>
            <a:ext cx="1901364" cy="40686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1398647"/>
      </p:ext>
    </p:extLst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08576961"/>
      </p:ext>
    </p:extLst>
  </p:cSld>
  <p:clrMapOvr>
    <a:masterClrMapping/>
  </p:clrMapOvr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ХРУПКОСТЬ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7648736"/>
      </p:ext>
    </p:extLst>
  </p:cSld>
  <p:clrMapOvr>
    <a:masterClrMapping/>
  </p:clrMapOvr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59048" y="355600"/>
            <a:ext cx="1351280" cy="1351280"/>
          </a:xfrm>
          <a:prstGeom prst="rect">
            <a:avLst/>
          </a:prstGeom>
        </p:spPr>
      </p:pic>
      <p:pic>
        <p:nvPicPr>
          <p:cNvPr id="9" name="Рисунок 8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733925" y="1977390"/>
            <a:ext cx="2724150" cy="4000500"/>
          </a:xfrm>
          <a:prstGeom prst="rect">
            <a:avLst/>
          </a:prstGeom>
        </p:spPr>
      </p:pic>
      <p:sp>
        <p:nvSpPr>
          <p:cNvPr id="10" name="Прямоугольник 9"/>
          <p:cNvSpPr/>
          <p:nvPr/>
        </p:nvSpPr>
        <p:spPr>
          <a:xfrm>
            <a:off x="3657599" y="1977391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1" name="Прямоугольник 10"/>
          <p:cNvSpPr/>
          <p:nvPr/>
        </p:nvSpPr>
        <p:spPr>
          <a:xfrm>
            <a:off x="3657599" y="3599815"/>
            <a:ext cx="4541522" cy="755650"/>
          </a:xfrm>
          <a:prstGeom prst="rect">
            <a:avLst/>
          </a:prstGeom>
          <a:solidFill>
            <a:srgbClr val="FF0000">
              <a:alpha val="16863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69995662"/>
      </p:ext>
    </p:extLst>
  </p:cSld>
  <p:clrMapOvr>
    <a:masterClrMapping/>
  </p:clrMapOvr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Рисунок 8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64310" y="1278999"/>
            <a:ext cx="10102396" cy="4432390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1164310" y="2936349"/>
            <a:ext cx="10102396" cy="113082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08610582"/>
      </p:ext>
    </p:extLst>
  </p:cSld>
  <p:clrMapOvr>
    <a:masterClrMapping/>
  </p:clrMapOvr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rgbClr val="FFFFFF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7101252"/>
      </p:ext>
    </p:extLst>
  </p:cSld>
  <p:clrMapOvr>
    <a:masterClrMapping/>
  </p:clrMapOvr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29704" y="532019"/>
            <a:ext cx="6356555" cy="564755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6" name="Прямоугольник 5"/>
          <p:cNvSpPr/>
          <p:nvPr/>
        </p:nvSpPr>
        <p:spPr>
          <a:xfrm>
            <a:off x="2929704" y="2790382"/>
            <a:ext cx="6356555" cy="1362517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7" name="Прямоугольник 6"/>
          <p:cNvSpPr/>
          <p:nvPr/>
        </p:nvSpPr>
        <p:spPr>
          <a:xfrm>
            <a:off x="2929705" y="1523558"/>
            <a:ext cx="1661346" cy="333818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33678107"/>
      </p:ext>
    </p:extLst>
  </p:cSld>
  <p:clrMapOvr>
    <a:masterClrMapping/>
  </p:clrMapOvr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82492" y="37523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88683" y="37523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4563642" y="159970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parseAndAddProduct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4" name="Соединительная линия уступом 13"/>
          <p:cNvCxnSpPr>
            <a:stCxn id="4" idx="0"/>
            <a:endCxn id="12" idx="2"/>
          </p:cNvCxnSpPr>
          <p:nvPr/>
        </p:nvCxnSpPr>
        <p:spPr>
          <a:xfrm rot="5400000" flipH="1" flipV="1">
            <a:off x="4587650" y="2384222"/>
            <a:ext cx="1155123" cy="15811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Соединительная линия уступом 14"/>
          <p:cNvCxnSpPr>
            <a:stCxn id="6" idx="0"/>
            <a:endCxn id="12" idx="2"/>
          </p:cNvCxnSpPr>
          <p:nvPr/>
        </p:nvCxnSpPr>
        <p:spPr>
          <a:xfrm rot="16200000" flipV="1">
            <a:off x="6155985" y="2397036"/>
            <a:ext cx="1155124" cy="155552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" name="Овал 10"/>
          <p:cNvSpPr/>
          <p:nvPr/>
        </p:nvSpPr>
        <p:spPr>
          <a:xfrm>
            <a:off x="7048045" y="1658614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3" name="Овал 12"/>
          <p:cNvSpPr/>
          <p:nvPr/>
        </p:nvSpPr>
        <p:spPr>
          <a:xfrm>
            <a:off x="8662382" y="3782838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16"/>
          <p:cNvSpPr/>
          <p:nvPr/>
        </p:nvSpPr>
        <p:spPr>
          <a:xfrm>
            <a:off x="8293850" y="1072289"/>
            <a:ext cx="231666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59016791"/>
      </p:ext>
    </p:extLst>
  </p:cSld>
  <p:clrMapOvr>
    <a:masterClrMapping/>
  </p:clrMapOvr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11251" y="329738"/>
            <a:ext cx="6861299" cy="609600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0" name="Прямоугольник 9"/>
          <p:cNvSpPr/>
          <p:nvPr/>
        </p:nvSpPr>
        <p:spPr>
          <a:xfrm>
            <a:off x="2811251" y="1978428"/>
            <a:ext cx="6861299" cy="603795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Прямоугольник 15"/>
          <p:cNvSpPr/>
          <p:nvPr/>
        </p:nvSpPr>
        <p:spPr>
          <a:xfrm>
            <a:off x="2811250" y="4202083"/>
            <a:ext cx="6861299" cy="138407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4635083"/>
      </p:ext>
    </p:extLst>
  </p:cSld>
  <p:clrMapOvr>
    <a:masterClrMapping/>
  </p:clrMapOvr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Прямоугольник 12"/>
          <p:cNvSpPr/>
          <p:nvPr/>
        </p:nvSpPr>
        <p:spPr>
          <a:xfrm>
            <a:off x="9312789" y="1225386"/>
            <a:ext cx="1858201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Неизвестная</a:t>
            </a:r>
          </a:p>
          <a:p>
            <a:r>
              <a:rPr lang="ru-RU" sz="1600" dirty="0">
                <a:latin typeface="Roboto" panose="02000000000000000000" pitchFamily="2" charset="0"/>
              </a:rPr>
              <a:t>ответственность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20" name="Овал 19"/>
          <p:cNvSpPr/>
          <p:nvPr/>
        </p:nvSpPr>
        <p:spPr>
          <a:xfrm>
            <a:off x="9083232" y="1274128"/>
            <a:ext cx="241069" cy="241069"/>
          </a:xfrm>
          <a:prstGeom prst="ellipse">
            <a:avLst/>
          </a:prstGeom>
          <a:solidFill>
            <a:schemeClr val="bg1"/>
          </a:solidFill>
          <a:ln>
            <a:solidFill>
              <a:schemeClr val="tx1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4" name="Овал 23"/>
            <p:cNvSpPr/>
            <p:nvPr/>
          </p:nvSpPr>
          <p:spPr>
            <a:xfrm>
              <a:off x="6470194" y="1658067"/>
              <a:ext cx="241069" cy="241069"/>
            </a:xfrm>
            <a:prstGeom prst="ellipse">
              <a:avLst/>
            </a:prstGeom>
            <a:solidFill>
              <a:schemeClr val="bg1"/>
            </a:solidFill>
            <a:ln>
              <a:solidFill>
                <a:schemeClr val="tx1"/>
              </a:solidFill>
              <a:prstDash val="dash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0850437"/>
      </p:ext>
    </p:extLst>
  </p:cSld>
  <p:clrMapOvr>
    <a:masterClrMapping/>
  </p:clrMapOvr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111805" y="667658"/>
            <a:ext cx="5903869" cy="5535856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6" name="Рисунок 1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160815" y="496350"/>
            <a:ext cx="5903869" cy="5794248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7" name="Прямоугольник 16"/>
          <p:cNvSpPr/>
          <p:nvPr/>
        </p:nvSpPr>
        <p:spPr>
          <a:xfrm>
            <a:off x="111805" y="2289164"/>
            <a:ext cx="5903869" cy="2703750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6160815" y="2363550"/>
            <a:ext cx="5903869" cy="2629363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89281038"/>
      </p:ext>
    </p:extLst>
  </p:cSld>
  <p:clrMapOvr>
    <a:masterClrMapping/>
  </p:clrMapOvr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ЛОЖНОЕ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7427312"/>
      </p:ext>
    </p:extLst>
  </p:cSld>
  <p:clrMapOvr>
    <a:masterClrMapping/>
  </p:clrMapOvr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Группа 31"/>
          <p:cNvGrpSpPr/>
          <p:nvPr/>
        </p:nvGrpSpPr>
        <p:grpSpPr>
          <a:xfrm rot="18900000">
            <a:off x="2393311" y="-378308"/>
            <a:ext cx="7106618" cy="7106618"/>
            <a:chOff x="4055225" y="1388226"/>
            <a:chExt cx="4081549" cy="4081549"/>
          </a:xfrm>
        </p:grpSpPr>
        <p:cxnSp>
          <p:nvCxnSpPr>
            <p:cNvPr id="30" name="Прямая со стрелкой 29"/>
            <p:cNvCxnSpPr/>
            <p:nvPr/>
          </p:nvCxnSpPr>
          <p:spPr>
            <a:xfrm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Прямая со стрелкой 30"/>
            <p:cNvCxnSpPr/>
            <p:nvPr/>
          </p:nvCxnSpPr>
          <p:spPr>
            <a:xfrm rot="5400000" flipV="1">
              <a:off x="6096000" y="1388226"/>
              <a:ext cx="0" cy="4081549"/>
            </a:xfrm>
            <a:prstGeom prst="straightConnector1">
              <a:avLst/>
            </a:prstGeom>
            <a:ln w="38100">
              <a:solidFill>
                <a:schemeClr val="tx1"/>
              </a:solidFill>
              <a:headEnd type="none" w="med" len="med"/>
              <a:tailEnd type="arrow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3" name="Прямоугольник 32"/>
          <p:cNvSpPr/>
          <p:nvPr/>
        </p:nvSpPr>
        <p:spPr>
          <a:xfrm rot="18900000">
            <a:off x="2791246" y="4475618"/>
            <a:ext cx="2536272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getProductsFromAPI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4" name="Прямоугольник 33"/>
          <p:cNvSpPr/>
          <p:nvPr/>
        </p:nvSpPr>
        <p:spPr>
          <a:xfrm rot="2700000">
            <a:off x="6491510" y="4470516"/>
            <a:ext cx="255069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getProductsFromFile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35" name="Овал 34"/>
          <p:cNvSpPr/>
          <p:nvPr/>
        </p:nvSpPr>
        <p:spPr>
          <a:xfrm>
            <a:off x="5826086" y="305446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01981259"/>
      </p:ext>
    </p:extLst>
  </p:cSld>
  <p:clrMapOvr>
    <a:masterClrMapping/>
  </p:clrMapOvr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ИСТИННОЕ ДУБЛИРОВАНИЕ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29186249"/>
      </p:ext>
    </p:extLst>
  </p:cSld>
  <p:clrMapOvr>
    <a:masterClrMapping/>
  </p:clrMapOvr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Группа 3"/>
          <p:cNvGrpSpPr/>
          <p:nvPr/>
        </p:nvGrpSpPr>
        <p:grpSpPr>
          <a:xfrm>
            <a:off x="2229168" y="2305368"/>
            <a:ext cx="7733665" cy="2247265"/>
            <a:chOff x="978535" y="3632199"/>
            <a:chExt cx="7733665" cy="2247265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978535" y="3632199"/>
              <a:ext cx="2247265" cy="2247265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464935" y="3632199"/>
              <a:ext cx="2247265" cy="2247265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34847820"/>
      </p:ext>
    </p:extLst>
  </p:cSld>
  <p:clrMapOvr>
    <a:masterClrMapping/>
  </p:clrMapOvr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445595" y="822960"/>
            <a:ext cx="11105913" cy="5212080"/>
            <a:chOff x="445595" y="0"/>
            <a:chExt cx="11105913" cy="52120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 rotWithShape="1">
            <a:blip r:embed="rId4"/>
            <a:srcRect t="-1" b="64734"/>
            <a:stretch/>
          </p:blipFill>
          <p:spPr>
            <a:xfrm>
              <a:off x="445596" y="0"/>
              <a:ext cx="5072779" cy="517144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pic>
          <p:nvPicPr>
            <p:cNvPr id="7" name="Рисунок 6"/>
            <p:cNvPicPr>
              <a:picLocks noChangeAspect="1"/>
            </p:cNvPicPr>
            <p:nvPr/>
          </p:nvPicPr>
          <p:blipFill rotWithShape="1">
            <a:blip r:embed="rId4"/>
            <a:srcRect t="49116" b="13815"/>
            <a:stretch/>
          </p:blipFill>
          <p:spPr>
            <a:xfrm>
              <a:off x="6687646" y="0"/>
              <a:ext cx="4863862" cy="5212080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8" name="Прямоугольник 7"/>
            <p:cNvSpPr/>
            <p:nvPr/>
          </p:nvSpPr>
          <p:spPr>
            <a:xfrm>
              <a:off x="445595" y="3683000"/>
              <a:ext cx="5072779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9" name="Прямоугольник 8"/>
            <p:cNvSpPr/>
            <p:nvPr/>
          </p:nvSpPr>
          <p:spPr>
            <a:xfrm>
              <a:off x="6687645" y="3733800"/>
              <a:ext cx="4863863" cy="406862"/>
            </a:xfrm>
            <a:prstGeom prst="rect">
              <a:avLst/>
            </a:prstGeom>
            <a:solidFill>
              <a:schemeClr val="accent6">
                <a:lumMod val="75000"/>
                <a:alpha val="16863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</p:spTree>
    <p:extLst>
      <p:ext uri="{BB962C8B-B14F-4D97-AF65-F5344CB8AC3E}">
        <p14:creationId xmlns:p14="http://schemas.microsoft.com/office/powerpoint/2010/main" val="3870688086"/>
      </p:ext>
    </p:extLst>
  </p:cSld>
  <p:clrMapOvr>
    <a:masterClrMapping/>
  </p:clrMapOvr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1853911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3" name="Овал 12"/>
            <p:cNvSpPr/>
            <p:nvPr/>
          </p:nvSpPr>
          <p:spPr>
            <a:xfrm>
              <a:off x="7054914" y="1650507"/>
              <a:ext cx="241069" cy="241069"/>
            </a:xfrm>
            <a:prstGeom prst="ellipse">
              <a:avLst/>
            </a:prstGeom>
            <a:solidFill>
              <a:schemeClr val="accent2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54248170"/>
      </p:ext>
    </p:extLst>
  </p:cSld>
  <p:clrMapOvr>
    <a:masterClrMapping/>
  </p:clrMapOvr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Группа 1"/>
          <p:cNvGrpSpPr/>
          <p:nvPr/>
        </p:nvGrpSpPr>
        <p:grpSpPr>
          <a:xfrm>
            <a:off x="2982492" y="4006561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</p:grpSp>
      <p:grpSp>
        <p:nvGrpSpPr>
          <p:cNvPr id="10" name="Группа 9"/>
          <p:cNvGrpSpPr/>
          <p:nvPr/>
        </p:nvGrpSpPr>
        <p:grpSpPr>
          <a:xfrm>
            <a:off x="9071720" y="492649"/>
            <a:ext cx="2440710" cy="338554"/>
            <a:chOff x="8052781" y="706009"/>
            <a:chExt cx="2440710" cy="338554"/>
          </a:xfrm>
        </p:grpSpPr>
        <p:sp>
          <p:nvSpPr>
            <p:cNvPr id="11" name="Овал 10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2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Прямоугольник 15"/>
            <p:cNvSpPr/>
            <p:nvPr/>
          </p:nvSpPr>
          <p:spPr>
            <a:xfrm>
              <a:off x="8293850" y="706009"/>
              <a:ext cx="2199641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Правила валидации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7" name="Овал 16"/>
          <p:cNvSpPr/>
          <p:nvPr/>
        </p:nvSpPr>
        <p:spPr>
          <a:xfrm>
            <a:off x="5474911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Овал 17"/>
          <p:cNvSpPr/>
          <p:nvPr/>
        </p:nvSpPr>
        <p:spPr>
          <a:xfrm>
            <a:off x="8642062" y="4057361"/>
            <a:ext cx="241069" cy="241069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06839130"/>
      </p:ext>
    </p:extLst>
  </p:cSld>
  <p:clrMapOvr>
    <a:masterClrMapping/>
  </p:clrMapOvr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Группа 20"/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22" name="Овал 21"/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3" name="Прямоугольник 22"/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grpSp>
        <p:nvGrpSpPr>
          <p:cNvPr id="3" name="Группа 2"/>
          <p:cNvGrpSpPr/>
          <p:nvPr/>
        </p:nvGrpSpPr>
        <p:grpSpPr>
          <a:xfrm>
            <a:off x="3120281" y="2188988"/>
            <a:ext cx="5951439" cy="3150178"/>
            <a:chOff x="2982492" y="1599708"/>
            <a:chExt cx="5951439" cy="315017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2" name="Прямоугольник 11"/>
            <p:cNvSpPr/>
            <p:nvPr/>
          </p:nvSpPr>
          <p:spPr>
            <a:xfrm>
              <a:off x="4563642" y="159970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parseAndAddProduct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cxnSp>
          <p:nvCxnSpPr>
            <p:cNvPr id="14" name="Соединительная линия уступом 13"/>
            <p:cNvCxnSpPr>
              <a:stCxn id="4" idx="0"/>
              <a:endCxn id="12" idx="2"/>
            </p:cNvCxnSpPr>
            <p:nvPr/>
          </p:nvCxnSpPr>
          <p:spPr>
            <a:xfrm rot="5400000" flipH="1" flipV="1">
              <a:off x="4587650" y="2384222"/>
              <a:ext cx="1155123" cy="1581150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Соединительная линия уступом 14"/>
            <p:cNvCxnSpPr>
              <a:stCxn id="6" idx="0"/>
              <a:endCxn id="12" idx="2"/>
            </p:cNvCxnSpPr>
            <p:nvPr/>
          </p:nvCxnSpPr>
          <p:spPr>
            <a:xfrm rot="16200000" flipV="1">
              <a:off x="6155985" y="2397036"/>
              <a:ext cx="1155124" cy="1555521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" name="Овал 10"/>
            <p:cNvSpPr/>
            <p:nvPr/>
          </p:nvSpPr>
          <p:spPr>
            <a:xfrm>
              <a:off x="7048045" y="1658614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6770261" y="1658068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sp>
        <p:nvSpPr>
          <p:cNvPr id="26" name="Овал 25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7" name="Прямоугольник 26"/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04499769"/>
      </p:ext>
    </p:extLst>
  </p:cSld>
  <p:clrMapOvr>
    <a:masterClrMapping/>
  </p:clrMapOvr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Группа 2"/>
          <p:cNvGrpSpPr/>
          <p:nvPr/>
        </p:nvGrpSpPr>
        <p:grpSpPr>
          <a:xfrm>
            <a:off x="3120281" y="4341638"/>
            <a:ext cx="5951439" cy="997528"/>
            <a:chOff x="2982492" y="3752358"/>
            <a:chExt cx="5951439" cy="997528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82492" y="37523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getProductsFromAPI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88683" y="37523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getProductsFromFile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652222" y="3792996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6" name="Овал 15"/>
            <p:cNvSpPr/>
            <p:nvPr/>
          </p:nvSpPr>
          <p:spPr>
            <a:xfrm>
              <a:off x="5469200" y="3792997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</p:grpSp>
      <p:grpSp>
        <p:nvGrpSpPr>
          <p:cNvPr id="12" name="Группа 20">
            <a:extLst>
              <a:ext uri="{FF2B5EF4-FFF2-40B4-BE49-F238E27FC236}">
                <a16:creationId xmlns:a16="http://schemas.microsoft.com/office/drawing/2014/main" id="{A6DAB907-C42B-48D8-BFA7-D222A4F03A9E}"/>
              </a:ext>
            </a:extLst>
          </p:cNvPr>
          <p:cNvGrpSpPr/>
          <p:nvPr/>
        </p:nvGrpSpPr>
        <p:grpSpPr>
          <a:xfrm>
            <a:off x="9071720" y="838089"/>
            <a:ext cx="1680887" cy="338554"/>
            <a:chOff x="8052781" y="706009"/>
            <a:chExt cx="1680887" cy="338554"/>
          </a:xfrm>
        </p:grpSpPr>
        <p:sp>
          <p:nvSpPr>
            <p:cNvPr id="13" name="Овал 21">
              <a:extLst>
                <a:ext uri="{FF2B5EF4-FFF2-40B4-BE49-F238E27FC236}">
                  <a16:creationId xmlns:a16="http://schemas.microsoft.com/office/drawing/2014/main" id="{1B0870F6-4A26-403F-BA64-F19CC23C3060}"/>
                </a:ext>
              </a:extLst>
            </p:cNvPr>
            <p:cNvSpPr/>
            <p:nvPr/>
          </p:nvSpPr>
          <p:spPr>
            <a:xfrm>
              <a:off x="8052781" y="754752"/>
              <a:ext cx="241069" cy="241069"/>
            </a:xfrm>
            <a:prstGeom prst="ellipse">
              <a:avLst/>
            </a:prstGeom>
            <a:solidFill>
              <a:schemeClr val="accent1">
                <a:lumMod val="60000"/>
                <a:lumOff val="4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4" name="Прямоугольник 22">
              <a:extLst>
                <a:ext uri="{FF2B5EF4-FFF2-40B4-BE49-F238E27FC236}">
                  <a16:creationId xmlns:a16="http://schemas.microsoft.com/office/drawing/2014/main" id="{307B0B13-DA7D-4807-94FC-0AE85652FDAE}"/>
                </a:ext>
              </a:extLst>
            </p:cNvPr>
            <p:cNvSpPr/>
            <p:nvPr/>
          </p:nvSpPr>
          <p:spPr>
            <a:xfrm>
              <a:off x="8293850" y="706009"/>
              <a:ext cx="1439818" cy="338554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r>
                <a:rPr lang="ru-RU" sz="1600" dirty="0">
                  <a:latin typeface="Roboto" panose="02000000000000000000" pitchFamily="2" charset="0"/>
                </a:rPr>
                <a:t>Разделитель</a:t>
              </a:r>
              <a:endParaRPr lang="en-US" sz="1600" dirty="0">
                <a:latin typeface="Roboto" panose="02000000000000000000" pitchFamily="2" charset="0"/>
              </a:endParaRPr>
            </a:p>
          </p:txBody>
        </p:sp>
      </p:grpSp>
      <p:sp>
        <p:nvSpPr>
          <p:cNvPr id="15" name="Овал 25">
            <a:extLst>
              <a:ext uri="{FF2B5EF4-FFF2-40B4-BE49-F238E27FC236}">
                <a16:creationId xmlns:a16="http://schemas.microsoft.com/office/drawing/2014/main" id="{BB911835-DF86-48F6-AACC-15BB42855391}"/>
              </a:ext>
            </a:extLst>
          </p:cNvPr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7" name="Прямоугольник 26">
            <a:extLst>
              <a:ext uri="{FF2B5EF4-FFF2-40B4-BE49-F238E27FC236}">
                <a16:creationId xmlns:a16="http://schemas.microsoft.com/office/drawing/2014/main" id="{6783D5B7-84DC-44A9-AA38-9385A55275B7}"/>
              </a:ext>
            </a:extLst>
          </p:cNvPr>
          <p:cNvSpPr/>
          <p:nvPr/>
        </p:nvSpPr>
        <p:spPr>
          <a:xfrm>
            <a:off x="9286456" y="450792"/>
            <a:ext cx="2316661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1600" dirty="0" err="1">
                <a:latin typeface="Roboto" panose="02000000000000000000" pitchFamily="2" charset="0"/>
              </a:rPr>
              <a:t>Невалидный</a:t>
            </a:r>
            <a:r>
              <a:rPr lang="ru-RU" sz="1600" dirty="0">
                <a:latin typeface="Roboto" panose="02000000000000000000" pitchFamily="2" charset="0"/>
              </a:rPr>
              <a:t> продукт</a:t>
            </a:r>
            <a:endParaRPr lang="en-US" sz="1600" dirty="0">
              <a:latin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52894740"/>
      </p:ext>
    </p:extLst>
  </p:cSld>
  <p:clrMapOvr>
    <a:masterClrMapping/>
  </p:clrMapOvr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Прямоугольник 11"/>
          <p:cNvSpPr/>
          <p:nvPr/>
        </p:nvSpPr>
        <p:spPr>
          <a:xfrm>
            <a:off x="4384291" y="2938058"/>
            <a:ext cx="2784288" cy="997527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3" name="Прямоугольник 12"/>
          <p:cNvSpPr/>
          <p:nvPr/>
        </p:nvSpPr>
        <p:spPr>
          <a:xfrm>
            <a:off x="4396155" y="2955133"/>
            <a:ext cx="1459556" cy="966786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3" name="Прямоугольник 2"/>
          <p:cNvSpPr/>
          <p:nvPr/>
        </p:nvSpPr>
        <p:spPr>
          <a:xfrm>
            <a:off x="4469026" y="3252155"/>
            <a:ext cx="2614818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dirty="0" err="1">
                <a:latin typeface="Roboto" panose="02000000000000000000" pitchFamily="2" charset="0"/>
              </a:rPr>
              <a:t>parseAndAddProduct</a:t>
            </a:r>
            <a:r>
              <a:rPr lang="en-US" dirty="0"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894612" y="29380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21" name="Прямоугольник 20"/>
          <p:cNvSpPr/>
          <p:nvPr/>
        </p:nvSpPr>
        <p:spPr>
          <a:xfrm>
            <a:off x="7873970" y="2939632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22" name="Соединительная линия уступом 21"/>
          <p:cNvCxnSpPr>
            <a:stCxn id="21" idx="1"/>
            <a:endCxn id="12" idx="3"/>
          </p:cNvCxnSpPr>
          <p:nvPr/>
        </p:nvCxnSpPr>
        <p:spPr>
          <a:xfrm rot="10800000">
            <a:off x="7168580" y="3436822"/>
            <a:ext cx="705391" cy="157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20" idx="3"/>
            <a:endCxn id="13" idx="1"/>
          </p:cNvCxnSpPr>
          <p:nvPr/>
        </p:nvCxnSpPr>
        <p:spPr>
          <a:xfrm>
            <a:off x="3678900" y="3436822"/>
            <a:ext cx="717255" cy="1704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56829097"/>
      </p:ext>
    </p:extLst>
  </p:cSld>
  <p:clrMapOvr>
    <a:masterClrMapping/>
  </p:clrMapOvr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398520" y="731520"/>
            <a:ext cx="5394960" cy="5394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563721"/>
      </p:ext>
    </p:extLst>
  </p:cSld>
  <p:clrMapOvr>
    <a:masterClrMapping/>
  </p:clrMapOvr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РЕШЕНИЕ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65663535"/>
      </p:ext>
    </p:extLst>
  </p:cSld>
  <p:clrMapOvr>
    <a:masterClrMapping/>
  </p:clrMapOvr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23565" y="657498"/>
            <a:ext cx="575898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t="49099" b="3282"/>
          <a:stretch/>
        </p:blipFill>
        <p:spPr>
          <a:xfrm>
            <a:off x="6272575" y="486190"/>
            <a:ext cx="5502162" cy="5400000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878249047"/>
      </p:ext>
    </p:extLst>
  </p:cSld>
  <p:clrMapOvr>
    <a:masterClrMapping/>
  </p:clrMapOvr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 rotWithShape="1">
          <a:blip r:embed="rId4"/>
          <a:srcRect b="54505"/>
          <a:stretch/>
        </p:blipFill>
        <p:spPr>
          <a:xfrm>
            <a:off x="230917" y="774699"/>
            <a:ext cx="5606744" cy="4918074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6142461" y="603430"/>
            <a:ext cx="5714358" cy="526061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230917" y="2148840"/>
            <a:ext cx="5606744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6142461" y="3233736"/>
            <a:ext cx="5714358" cy="850584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05328364"/>
      </p:ext>
    </p:extLst>
  </p:cSld>
  <p:clrMapOvr>
    <a:masterClrMapping/>
  </p:clrMapOvr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Группа 7"/>
          <p:cNvGrpSpPr/>
          <p:nvPr/>
        </p:nvGrpSpPr>
        <p:grpSpPr>
          <a:xfrm>
            <a:off x="3720784" y="2753361"/>
            <a:ext cx="3050856" cy="1351280"/>
            <a:chOff x="3308985" y="2844800"/>
            <a:chExt cx="3050856" cy="1351280"/>
          </a:xfrm>
        </p:grpSpPr>
        <p:pic>
          <p:nvPicPr>
            <p:cNvPr id="2" name="Рисунок 1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5008561" y="2844800"/>
              <a:ext cx="1351280" cy="1351280"/>
            </a:xfrm>
            <a:prstGeom prst="rect">
              <a:avLst/>
            </a:prstGeom>
          </p:spPr>
        </p:pic>
        <p:pic>
          <p:nvPicPr>
            <p:cNvPr id="3" name="Рисунок 2"/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 rot="16200000">
              <a:off x="3308985" y="2844800"/>
              <a:ext cx="1351280" cy="1351280"/>
            </a:xfrm>
            <a:prstGeom prst="rect">
              <a:avLst/>
            </a:prstGeom>
          </p:spPr>
        </p:pic>
      </p:grpSp>
      <p:pic>
        <p:nvPicPr>
          <p:cNvPr id="5" name="Рисунок 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22488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1351302"/>
      </p:ext>
    </p:extLst>
  </p:cSld>
  <p:clrMapOvr>
    <a:masterClrMapping/>
  </p:clrMapOvr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20360" y="2753361"/>
            <a:ext cx="1351280" cy="1351280"/>
          </a:xfrm>
          <a:prstGeom prst="rect">
            <a:avLst/>
          </a:prstGeom>
        </p:spPr>
      </p:pic>
      <p:pic>
        <p:nvPicPr>
          <p:cNvPr id="6" name="Рисунок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7119936" y="2753361"/>
            <a:ext cx="1351280" cy="135128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19512" y="2753361"/>
            <a:ext cx="1350000" cy="135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2351994"/>
      </p:ext>
    </p:extLst>
  </p:cSld>
  <p:clrMapOvr>
    <a:masterClrMapping/>
  </p:clrMapOvr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7286025"/>
      </p:ext>
    </p:extLst>
  </p:cSld>
  <p:clrMapOvr>
    <a:masterClrMapping/>
  </p:clrMapOvr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1" name="Прямоугольник 20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2" name="Соединительная линия уступом 21"/>
          <p:cNvCxnSpPr>
            <a:stCxn id="4" idx="0"/>
            <a:endCxn id="21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Соединительная линия уступом 22"/>
          <p:cNvCxnSpPr>
            <a:stCxn id="6" idx="0"/>
            <a:endCxn id="21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7562840"/>
      </p:ext>
    </p:extLst>
  </p:cSld>
  <p:clrMapOvr>
    <a:masterClrMapping/>
  </p:clrMapOvr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6" name="Овал 15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Прямоугольник 14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18" name="Соединительная линия уступом 17"/>
          <p:cNvCxnSpPr>
            <a:endCxn id="15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Соединительная линия уступом 19"/>
          <p:cNvCxnSpPr>
            <a:endCxn id="15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171990302"/>
      </p:ext>
    </p:extLst>
  </p:cSld>
  <p:clrMapOvr>
    <a:masterClrMapping/>
  </p:clrMapOvr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/>
          <p:cNvSpPr/>
          <p:nvPr/>
        </p:nvSpPr>
        <p:spPr>
          <a:xfrm>
            <a:off x="2918992" y="2571258"/>
            <a:ext cx="2784288" cy="997527"/>
          </a:xfrm>
          <a:prstGeom prst="rect">
            <a:avLst/>
          </a:prstGeom>
          <a:solidFill>
            <a:schemeClr val="accent4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ensureProductIsValid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6025183" y="2571259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calcShowTotal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11" name="Овал 10"/>
          <p:cNvSpPr/>
          <p:nvPr/>
        </p:nvSpPr>
        <p:spPr>
          <a:xfrm>
            <a:off x="857164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Прямоугольник 7"/>
          <p:cNvSpPr/>
          <p:nvPr/>
        </p:nvSpPr>
        <p:spPr>
          <a:xfrm>
            <a:off x="1248942" y="4857258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getProductsFromAPI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sp>
        <p:nvSpPr>
          <p:cNvPr id="9" name="Прямоугольник 8"/>
          <p:cNvSpPr/>
          <p:nvPr/>
        </p:nvSpPr>
        <p:spPr>
          <a:xfrm>
            <a:off x="4755183" y="4857257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getProductsFromFile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()</a:t>
            </a:r>
          </a:p>
        </p:txBody>
      </p:sp>
      <p:cxnSp>
        <p:nvCxnSpPr>
          <p:cNvPr id="10" name="Соединительная линия уступом 9"/>
          <p:cNvCxnSpPr>
            <a:stCxn id="8" idx="0"/>
            <a:endCxn id="4" idx="2"/>
          </p:cNvCxnSpPr>
          <p:nvPr/>
        </p:nvCxnSpPr>
        <p:spPr>
          <a:xfrm rot="5400000" flipH="1" flipV="1">
            <a:off x="2831875" y="3377997"/>
            <a:ext cx="1288473" cy="1670050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Соединительная линия уступом 12"/>
          <p:cNvCxnSpPr>
            <a:stCxn id="9" idx="0"/>
            <a:endCxn id="4" idx="2"/>
          </p:cNvCxnSpPr>
          <p:nvPr/>
        </p:nvCxnSpPr>
        <p:spPr>
          <a:xfrm rot="16200000" flipV="1">
            <a:off x="4600236" y="3279685"/>
            <a:ext cx="1288472" cy="1866671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1709122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Способ вывода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5" name="Овал 14"/>
          <p:cNvSpPr/>
          <p:nvPr/>
        </p:nvSpPr>
        <p:spPr>
          <a:xfrm>
            <a:off x="5403791" y="2609358"/>
            <a:ext cx="241069" cy="241069"/>
          </a:xfrm>
          <a:prstGeom prst="ellipse">
            <a:avLst/>
          </a:prstGeom>
          <a:solidFill>
            <a:schemeClr val="accent6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8" name="Прямоугольник 17"/>
          <p:cNvSpPr/>
          <p:nvPr/>
        </p:nvSpPr>
        <p:spPr>
          <a:xfrm>
            <a:off x="4584850" y="557579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console</a:t>
            </a:r>
          </a:p>
        </p:txBody>
      </p:sp>
      <p:cxnSp>
        <p:nvCxnSpPr>
          <p:cNvPr id="20" name="Соединительная линия уступом 19"/>
          <p:cNvCxnSpPr>
            <a:endCxn id="18" idx="2"/>
          </p:cNvCxnSpPr>
          <p:nvPr/>
        </p:nvCxnSpPr>
        <p:spPr>
          <a:xfrm rot="5400000" flipH="1" flipV="1">
            <a:off x="4635989" y="1230253"/>
            <a:ext cx="1016152" cy="1665858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Соединительная линия уступом 20"/>
          <p:cNvCxnSpPr>
            <a:endCxn id="18" idx="2"/>
          </p:cNvCxnSpPr>
          <p:nvPr/>
        </p:nvCxnSpPr>
        <p:spPr>
          <a:xfrm rot="16200000" flipV="1">
            <a:off x="6204325" y="1327776"/>
            <a:ext cx="1016153" cy="1470813"/>
          </a:xfrm>
          <a:prstGeom prst="bentConnector3">
            <a:avLst>
              <a:gd name="adj1" fmla="val 50000"/>
            </a:avLst>
          </a:prstGeom>
          <a:ln w="15875">
            <a:solidFill>
              <a:schemeClr val="tx1"/>
            </a:solidFill>
            <a:tailEnd type="triangle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48465584"/>
      </p:ext>
    </p:extLst>
  </p:cSld>
  <p:clrMapOvr>
    <a:masterClrMapping/>
  </p:clrMapOvr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СИЛА СВЯЗИ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5072321"/>
      </p:ext>
    </p:extLst>
  </p:cSld>
  <p:clrMapOvr>
    <a:masterClrMapping/>
  </p:clrMapOvr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ТИП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0087546"/>
      </p:ext>
    </p:extLst>
  </p:cSld>
  <p:clrMapOvr>
    <a:masterClrMapping/>
  </p:clrMapOvr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59592" y="1368716"/>
            <a:ext cx="8672817" cy="412056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4" name="Прямоугольник 3"/>
          <p:cNvSpPr/>
          <p:nvPr/>
        </p:nvSpPr>
        <p:spPr>
          <a:xfrm>
            <a:off x="1759591" y="1795549"/>
            <a:ext cx="8672817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1759591" y="3858029"/>
            <a:ext cx="8672817" cy="1631256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963445"/>
      </p:ext>
    </p:extLst>
  </p:cSld>
  <p:clrMapOvr>
    <a:masterClrMapping/>
  </p:clrMapOvr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1894841" y="3013502"/>
            <a:ext cx="840231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ПОВЕДЕНИЕ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en-US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/</a:t>
            </a:r>
            <a:r>
              <a:rPr lang="ru-RU" sz="4800" dirty="0">
                <a:solidFill>
                  <a:srgbClr val="FF0000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СЕМАНТИКА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84795088"/>
      </p:ext>
    </p:extLst>
  </p:cSld>
  <p:clrMapOvr>
    <a:masterClrMapping/>
  </p:clrMapOvr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" name="Рисунок 13"/>
          <p:cNvPicPr>
            <a:picLocks noChangeAspect="1"/>
          </p:cNvPicPr>
          <p:nvPr/>
        </p:nvPicPr>
        <p:blipFill rotWithShape="1">
          <a:blip r:embed="rId4"/>
          <a:srcRect t="49099" b="3153"/>
          <a:stretch/>
        </p:blipFill>
        <p:spPr>
          <a:xfrm>
            <a:off x="2954391" y="536849"/>
            <a:ext cx="6283219" cy="578430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2954391" y="3725949"/>
            <a:ext cx="6283219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21406730"/>
      </p:ext>
    </p:extLst>
  </p:cSld>
  <p:clrMapOvr>
    <a:masterClrMapping/>
  </p:clrMapOvr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752924703"/>
      </p:ext>
    </p:extLst>
  </p:cSld>
  <p:clrMapOvr>
    <a:masterClrMapping/>
  </p:clrMapOvr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22400" y="1587619"/>
            <a:ext cx="9347200" cy="3682762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6187440" y="1937789"/>
            <a:ext cx="4370970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703787"/>
      </p:ext>
    </p:extLst>
  </p:cSld>
  <p:clrMapOvr>
    <a:masterClrMapping/>
  </p:clrMapOvr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644170"/>
            <a:ext cx="640437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ДЕТАЛИ РЕАЛИЗАЦИИ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081959"/>
      </p:ext>
    </p:extLst>
  </p:cSld>
  <p:clrMapOvr>
    <a:masterClrMapping/>
  </p:clrMapOvr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922689097"/>
      </p:ext>
    </p:extLst>
  </p:cSld>
  <p:clrMapOvr>
    <a:masterClrMapping/>
  </p:clrMapOvr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0160" y="780454"/>
            <a:ext cx="4399824" cy="5264746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3" name="Прямоугольник 2"/>
          <p:cNvSpPr/>
          <p:nvPr/>
        </p:nvSpPr>
        <p:spPr>
          <a:xfrm>
            <a:off x="3834587" y="2801388"/>
            <a:ext cx="4370970" cy="2298931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47288908"/>
      </p:ext>
    </p:extLst>
  </p:cSld>
  <p:clrMapOvr>
    <a:masterClrMapping/>
  </p:clrMapOvr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526919838"/>
      </p:ext>
    </p:extLst>
  </p:cSld>
  <p:clrMapOvr>
    <a:masterClrMapping/>
  </p:clrMapOvr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3" name="Прямоугольник 12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039939108"/>
      </p:ext>
    </p:extLst>
  </p:cSld>
  <p:clrMapOvr>
    <a:masterClrMapping/>
  </p:clrMapOvr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370974665"/>
      </p:ext>
    </p:extLst>
  </p:cSld>
  <p:clrMapOvr>
    <a:masterClrMapping/>
  </p:clrMapOvr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41600" y="1485900"/>
            <a:ext cx="6908800" cy="3886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27789130"/>
      </p:ext>
    </p:extLst>
  </p:cSld>
  <p:clrMapOvr>
    <a:masterClrMapping/>
  </p:clrMapOvr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2811" y="2366502"/>
            <a:ext cx="6103458" cy="1739900"/>
          </a:xfrm>
          <a:prstGeom prst="rect">
            <a:avLst/>
          </a:prstGeom>
          <a:ln>
            <a:solidFill>
              <a:schemeClr val="tx1"/>
            </a:solidFill>
          </a:ln>
        </p:spPr>
      </p:pic>
      <p:pic>
        <p:nvPicPr>
          <p:cNvPr id="7" name="Рисунок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920" y="350377"/>
            <a:ext cx="4795658" cy="5772150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12" name="Прямоугольник 11"/>
          <p:cNvSpPr/>
          <p:nvPr/>
        </p:nvSpPr>
        <p:spPr>
          <a:xfrm>
            <a:off x="563921" y="1826029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563920" y="3685453"/>
            <a:ext cx="47956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5812811" y="3177453"/>
            <a:ext cx="6103458" cy="383772"/>
          </a:xfrm>
          <a:prstGeom prst="rect">
            <a:avLst/>
          </a:prstGeom>
          <a:solidFill>
            <a:schemeClr val="bg2">
              <a:lumMod val="50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4519116"/>
      </p:ext>
    </p:extLst>
  </p:cSld>
  <p:clrMapOvr>
    <a:masterClrMapping/>
  </p:clrMapOvr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Овал 20"/>
          <p:cNvSpPr/>
          <p:nvPr/>
        </p:nvSpPr>
        <p:spPr>
          <a:xfrm>
            <a:off x="3020482" y="353482"/>
            <a:ext cx="6151036" cy="6151036"/>
          </a:xfrm>
          <a:prstGeom prst="ellipse">
            <a:avLst/>
          </a:prstGeom>
          <a:solidFill>
            <a:schemeClr val="bg2">
              <a:lumMod val="9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12" name="Овал 11"/>
          <p:cNvSpPr/>
          <p:nvPr/>
        </p:nvSpPr>
        <p:spPr>
          <a:xfrm>
            <a:off x="4240596" y="1573596"/>
            <a:ext cx="3710808" cy="3710808"/>
          </a:xfrm>
          <a:prstGeom prst="ellipse">
            <a:avLst/>
          </a:prstGeom>
          <a:solidFill>
            <a:schemeClr val="accent5">
              <a:lumMod val="20000"/>
              <a:lumOff val="80000"/>
            </a:schemeClr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800" dirty="0">
                <a:solidFill>
                  <a:schemeClr val="tx1"/>
                </a:solidFill>
              </a:rPr>
              <a:t>Тип</a:t>
            </a:r>
          </a:p>
        </p:txBody>
      </p:sp>
      <p:sp>
        <p:nvSpPr>
          <p:cNvPr id="20" name="Прямоугольник 19"/>
          <p:cNvSpPr/>
          <p:nvPr/>
        </p:nvSpPr>
        <p:spPr>
          <a:xfrm>
            <a:off x="5109320" y="5621150"/>
            <a:ext cx="197336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Реализация</a:t>
            </a:r>
          </a:p>
        </p:txBody>
      </p:sp>
      <p:sp>
        <p:nvSpPr>
          <p:cNvPr id="23" name="Прямоугольник 22"/>
          <p:cNvSpPr/>
          <p:nvPr/>
        </p:nvSpPr>
        <p:spPr>
          <a:xfrm>
            <a:off x="5184212" y="4218264"/>
            <a:ext cx="1823576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ru-RU" sz="2800" dirty="0"/>
              <a:t>Семантика</a:t>
            </a:r>
          </a:p>
        </p:txBody>
      </p:sp>
      <p:sp>
        <p:nvSpPr>
          <p:cNvPr id="10" name="Прямоугольник 9"/>
          <p:cNvSpPr/>
          <p:nvPr/>
        </p:nvSpPr>
        <p:spPr>
          <a:xfrm>
            <a:off x="1688396" y="133704"/>
            <a:ext cx="8815205" cy="6590589"/>
          </a:xfrm>
          <a:prstGeom prst="rect">
            <a:avLst/>
          </a:prstGeom>
          <a:solidFill>
            <a:srgbClr val="FFFFFF">
              <a:alpha val="8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grpSp>
        <p:nvGrpSpPr>
          <p:cNvPr id="4" name="Группа 3"/>
          <p:cNvGrpSpPr/>
          <p:nvPr/>
        </p:nvGrpSpPr>
        <p:grpSpPr>
          <a:xfrm>
            <a:off x="5412582" y="2745582"/>
            <a:ext cx="1366836" cy="1366836"/>
            <a:chOff x="5412582" y="2745582"/>
            <a:chExt cx="1366836" cy="1366836"/>
          </a:xfrm>
        </p:grpSpPr>
        <p:sp>
          <p:nvSpPr>
            <p:cNvPr id="2" name="Овал 1"/>
            <p:cNvSpPr/>
            <p:nvPr/>
          </p:nvSpPr>
          <p:spPr>
            <a:xfrm>
              <a:off x="5412582" y="2745582"/>
              <a:ext cx="1366836" cy="1366836"/>
            </a:xfrm>
            <a:prstGeom prst="ellipse">
              <a:avLst/>
            </a:prstGeom>
            <a:solidFill>
              <a:schemeClr val="accent6">
                <a:lumMod val="20000"/>
                <a:lumOff val="80000"/>
              </a:schemeClr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 sz="2800" dirty="0">
                <a:solidFill>
                  <a:schemeClr val="tx1"/>
                </a:solidFill>
              </a:endParaRPr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5738433" y="3167389"/>
              <a:ext cx="715132" cy="523220"/>
            </a:xfrm>
            <a:prstGeom prst="rect">
              <a:avLst/>
            </a:prstGeom>
          </p:spPr>
          <p:txBody>
            <a:bodyPr wrap="none">
              <a:spAutoFit/>
            </a:bodyPr>
            <a:lstStyle/>
            <a:p>
              <a:pPr algn="ctr"/>
              <a:r>
                <a:rPr lang="ru-RU" sz="2800" dirty="0"/>
                <a:t>Тип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05263469"/>
      </p:ext>
    </p:extLst>
  </p:cSld>
  <p:clrMapOvr>
    <a:masterClrMapping/>
  </p:clrMapOvr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8635"/>
          <a:stretch/>
        </p:blipFill>
        <p:spPr>
          <a:xfrm>
            <a:off x="2540318" y="2165907"/>
            <a:ext cx="7111365" cy="2526186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24771000"/>
      </p:ext>
    </p:extLst>
  </p:cSld>
  <p:clrMapOvr>
    <a:masterClrMapping/>
  </p:clrMapOvr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75080" y="2283759"/>
            <a:ext cx="9641840" cy="2290483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5" name="Прямоугольник 4"/>
          <p:cNvSpPr/>
          <p:nvPr/>
        </p:nvSpPr>
        <p:spPr>
          <a:xfrm>
            <a:off x="1275080" y="3683000"/>
            <a:ext cx="96418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6" name="Прямоугольник 5"/>
          <p:cNvSpPr/>
          <p:nvPr/>
        </p:nvSpPr>
        <p:spPr>
          <a:xfrm>
            <a:off x="7477760" y="2283759"/>
            <a:ext cx="2047240" cy="406862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45178994"/>
      </p:ext>
    </p:extLst>
  </p:cSld>
  <p:clrMapOvr>
    <a:masterClrMapping/>
  </p:clrMapOvr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8" name="Овал 17"/>
          <p:cNvSpPr/>
          <p:nvPr/>
        </p:nvSpPr>
        <p:spPr>
          <a:xfrm>
            <a:off x="9087893" y="838089"/>
            <a:ext cx="241069" cy="241069"/>
          </a:xfrm>
          <a:prstGeom prst="ellipse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9" name="Прямоугольник 18"/>
          <p:cNvSpPr/>
          <p:nvPr/>
        </p:nvSpPr>
        <p:spPr>
          <a:xfrm>
            <a:off x="9302629" y="789346"/>
            <a:ext cx="1297150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Поведение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0" name="Овал 19"/>
            <p:cNvSpPr/>
            <p:nvPr/>
          </p:nvSpPr>
          <p:spPr>
            <a:xfrm>
              <a:off x="8298027" y="2611556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1" name="Овал 20"/>
            <p:cNvSpPr/>
            <p:nvPr/>
          </p:nvSpPr>
          <p:spPr>
            <a:xfrm>
              <a:off x="5122305" y="2609357"/>
              <a:ext cx="241069" cy="241069"/>
            </a:xfrm>
            <a:prstGeom prst="ellipse">
              <a:avLst/>
            </a:prstGeom>
            <a:solidFill>
              <a:schemeClr val="accent1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console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773979939"/>
      </p:ext>
    </p:extLst>
  </p:cSld>
  <p:clrMapOvr>
    <a:masterClrMapping/>
  </p:clrMapOvr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019931043"/>
      </p:ext>
    </p:extLst>
  </p:cSld>
  <p:clrMapOvr>
    <a:masterClrMapping/>
  </p:clrMapOvr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Овал 11"/>
          <p:cNvSpPr/>
          <p:nvPr/>
        </p:nvSpPr>
        <p:spPr>
          <a:xfrm>
            <a:off x="9071720" y="49953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4" name="Прямоугольник 13"/>
          <p:cNvSpPr/>
          <p:nvPr/>
        </p:nvSpPr>
        <p:spPr>
          <a:xfrm>
            <a:off x="9286456" y="450792"/>
            <a:ext cx="556563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Тип</a:t>
            </a:r>
            <a:endParaRPr lang="en-US" sz="1600" dirty="0">
              <a:latin typeface="Roboto" panose="02000000000000000000" pitchFamily="2" charset="0"/>
            </a:endParaRPr>
          </a:p>
        </p:txBody>
      </p:sp>
      <p:grpSp>
        <p:nvGrpSpPr>
          <p:cNvPr id="25" name="Группа 24"/>
          <p:cNvGrpSpPr/>
          <p:nvPr/>
        </p:nvGrpSpPr>
        <p:grpSpPr>
          <a:xfrm>
            <a:off x="2918992" y="2538779"/>
            <a:ext cx="5951439" cy="3011207"/>
            <a:chOff x="2918992" y="557579"/>
            <a:chExt cx="5951439" cy="3011207"/>
          </a:xfrm>
        </p:grpSpPr>
        <p:sp>
          <p:nvSpPr>
            <p:cNvPr id="4" name="Прямоугольник 3"/>
            <p:cNvSpPr/>
            <p:nvPr/>
          </p:nvSpPr>
          <p:spPr>
            <a:xfrm>
              <a:off x="2918992" y="2571258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ensureProductIsValid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6" name="Прямоугольник 5"/>
            <p:cNvSpPr/>
            <p:nvPr/>
          </p:nvSpPr>
          <p:spPr>
            <a:xfrm>
              <a:off x="6025183" y="2571259"/>
              <a:ext cx="284524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 err="1">
                  <a:solidFill>
                    <a:schemeClr val="tx1"/>
                  </a:solidFill>
                  <a:latin typeface="Roboto" panose="02000000000000000000" pitchFamily="2" charset="0"/>
                </a:rPr>
                <a:t>calcShowTotal</a:t>
              </a:r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()</a:t>
              </a:r>
            </a:p>
          </p:txBody>
        </p:sp>
        <p:sp>
          <p:nvSpPr>
            <p:cNvPr id="11" name="Овал 10"/>
            <p:cNvSpPr/>
            <p:nvPr/>
          </p:nvSpPr>
          <p:spPr>
            <a:xfrm>
              <a:off x="857164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15" name="Овал 14"/>
            <p:cNvSpPr/>
            <p:nvPr/>
          </p:nvSpPr>
          <p:spPr>
            <a:xfrm>
              <a:off x="5403791" y="2609358"/>
              <a:ext cx="241069" cy="241069"/>
            </a:xfrm>
            <a:prstGeom prst="ellipse">
              <a:avLst/>
            </a:prstGeom>
            <a:solidFill>
              <a:schemeClr val="accent2">
                <a:lumMod val="40000"/>
                <a:lumOff val="60000"/>
              </a:schemeClr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ru-RU"/>
            </a:p>
          </p:txBody>
        </p:sp>
        <p:sp>
          <p:nvSpPr>
            <p:cNvPr id="22" name="Прямоугольник 21"/>
            <p:cNvSpPr/>
            <p:nvPr/>
          </p:nvSpPr>
          <p:spPr>
            <a:xfrm>
              <a:off x="4584850" y="557579"/>
              <a:ext cx="2784288" cy="997527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&lt;interface&gt;</a:t>
              </a:r>
            </a:p>
            <a:p>
              <a:pPr algn="ctr"/>
              <a:r>
                <a:rPr lang="en-US" dirty="0">
                  <a:solidFill>
                    <a:schemeClr val="tx1"/>
                  </a:solidFill>
                  <a:latin typeface="Roboto" panose="02000000000000000000" pitchFamily="2" charset="0"/>
                </a:rPr>
                <a:t>Logger</a:t>
              </a:r>
            </a:p>
          </p:txBody>
        </p:sp>
        <p:cxnSp>
          <p:nvCxnSpPr>
            <p:cNvPr id="23" name="Соединительная линия уступом 22"/>
            <p:cNvCxnSpPr>
              <a:cxnSpLocks/>
              <a:endCxn id="22" idx="2"/>
            </p:cNvCxnSpPr>
            <p:nvPr/>
          </p:nvCxnSpPr>
          <p:spPr>
            <a:xfrm rot="5400000" flipH="1" flipV="1">
              <a:off x="4635989" y="1230253"/>
              <a:ext cx="1016152" cy="1665858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Соединительная линия уступом 23"/>
            <p:cNvCxnSpPr>
              <a:cxnSpLocks/>
              <a:endCxn id="22" idx="2"/>
            </p:cNvCxnSpPr>
            <p:nvPr/>
          </p:nvCxnSpPr>
          <p:spPr>
            <a:xfrm rot="16200000" flipV="1">
              <a:off x="6204325" y="1327776"/>
              <a:ext cx="1016153" cy="1470813"/>
            </a:xfrm>
            <a:prstGeom prst="bentConnector3">
              <a:avLst>
                <a:gd name="adj1" fmla="val 50000"/>
              </a:avLst>
            </a:prstGeom>
            <a:ln w="15875">
              <a:solidFill>
                <a:schemeClr val="tx1"/>
              </a:solidFill>
              <a:tailEnd type="triangle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6" name="Прямоугольник 35"/>
          <p:cNvSpPr/>
          <p:nvPr/>
        </p:nvSpPr>
        <p:spPr>
          <a:xfrm>
            <a:off x="4584850" y="666950"/>
            <a:ext cx="2784288" cy="997527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err="1">
                <a:solidFill>
                  <a:schemeClr val="tx1"/>
                </a:solidFill>
                <a:latin typeface="Roboto" panose="02000000000000000000" pitchFamily="2" charset="0"/>
              </a:rPr>
              <a:t>APILogger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37" name="Прямая со стрелкой 36"/>
          <p:cNvCxnSpPr>
            <a:stCxn id="36" idx="2"/>
          </p:cNvCxnSpPr>
          <p:nvPr/>
        </p:nvCxnSpPr>
        <p:spPr>
          <a:xfrm>
            <a:off x="5976994" y="1664477"/>
            <a:ext cx="0" cy="888423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3515058"/>
      </p:ext>
    </p:extLst>
  </p:cSld>
  <p:clrMapOvr>
    <a:masterClrMapping/>
  </p:clrMapOvr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47528" y="1680528"/>
            <a:ext cx="3496945" cy="34969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3148381"/>
      </p:ext>
    </p:extLst>
  </p:cSld>
  <p:clrMapOvr>
    <a:masterClrMapping/>
  </p:clrMapOvr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77368" y="1711008"/>
            <a:ext cx="3496945" cy="3496945"/>
          </a:xfrm>
          <a:prstGeom prst="rect">
            <a:avLst/>
          </a:prstGeom>
        </p:spPr>
      </p:pic>
      <p:pic>
        <p:nvPicPr>
          <p:cNvPr id="3" name="Рисунок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47495" y="1712353"/>
            <a:ext cx="3495600" cy="3495600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5400000">
            <a:off x="5284591" y="2783840"/>
            <a:ext cx="1351280" cy="13512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5020782"/>
      </p:ext>
    </p:extLst>
  </p:cSld>
  <p:clrMapOvr>
    <a:masterClrMapping/>
  </p:clrMapOvr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44048" y="1777048"/>
            <a:ext cx="3303905" cy="330390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8448746"/>
      </p:ext>
    </p:extLst>
  </p:cSld>
  <p:clrMapOvr>
    <a:masterClrMapping/>
  </p:clrMapOvr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СЛОИ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76788188"/>
      </p:ext>
    </p:extLst>
  </p:cSld>
  <p:clrMapOvr>
    <a:masterClrMapping/>
  </p:clrMapOvr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99744948"/>
      </p:ext>
    </p:extLst>
  </p:cSld>
  <p:clrMapOvr>
    <a:masterClrMapping/>
  </p:clrMapOvr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5017997"/>
      </p:ext>
    </p:extLst>
  </p:cSld>
  <p:clrMapOvr>
    <a:masterClrMapping/>
  </p:clrMapOvr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82135359"/>
      </p:ext>
    </p:extLst>
  </p:cSld>
  <p:clrMapOvr>
    <a:masterClrMapping/>
  </p:clrMapOvr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2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2536857"/>
      </p:ext>
    </p:extLst>
  </p:cSld>
  <p:clrMapOvr>
    <a:masterClrMapping/>
  </p:clrMapOvr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3347228"/>
      </p:ext>
    </p:extLst>
  </p:cSld>
  <p:clrMapOvr>
    <a:masterClrMapping/>
  </p:clrMapOvr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19050"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44852205"/>
      </p:ext>
    </p:extLst>
  </p:cSld>
  <p:clrMapOvr>
    <a:masterClrMapping/>
  </p:clrMapOvr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28779317"/>
      </p:ext>
    </p:extLst>
  </p:cSld>
  <p:clrMapOvr>
    <a:masterClrMapping/>
  </p:clrMapOvr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412248450"/>
      </p:ext>
    </p:extLst>
  </p:cSld>
  <p:clrMapOvr>
    <a:masterClrMapping/>
  </p:clrMapOvr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Прямоугольник 4"/>
          <p:cNvSpPr/>
          <p:nvPr/>
        </p:nvSpPr>
        <p:spPr>
          <a:xfrm>
            <a:off x="4412130" y="4590022"/>
            <a:ext cx="278428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UI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4381650" y="1281554"/>
            <a:ext cx="2845248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Доступ к данным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4412130" y="2935788"/>
            <a:ext cx="2784288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Домен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6" name="Прямая со стрелкой 15"/>
          <p:cNvCxnSpPr>
            <a:stCxn id="6" idx="2"/>
            <a:endCxn id="11" idx="0"/>
          </p:cNvCxnSpPr>
          <p:nvPr/>
        </p:nvCxnSpPr>
        <p:spPr>
          <a:xfrm>
            <a:off x="5804274" y="2279081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>
            <a:stCxn id="5" idx="0"/>
            <a:endCxn id="11" idx="2"/>
          </p:cNvCxnSpPr>
          <p:nvPr/>
        </p:nvCxnSpPr>
        <p:spPr>
          <a:xfrm flipV="1">
            <a:off x="5804274" y="3933315"/>
            <a:ext cx="0" cy="656707"/>
          </a:xfrm>
          <a:prstGeom prst="straightConnector1">
            <a:avLst/>
          </a:prstGeom>
          <a:ln w="28575">
            <a:solidFill>
              <a:srgbClr val="FF0000"/>
            </a:solidFill>
            <a:headEnd type="none" w="med" len="med"/>
            <a:tailEnd type="arrow" w="med" len="med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79459251"/>
      </p:ext>
    </p:extLst>
  </p:cSld>
  <p:clrMapOvr>
    <a:masterClrMapping/>
  </p:clrMapOvr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МОДУЛИ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7609370"/>
      </p:ext>
    </p:extLst>
  </p:cSld>
  <p:clrMapOvr>
    <a:masterClrMapping/>
  </p:clrMapOvr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2364"/>
          <a:stretch/>
        </p:blipFill>
        <p:spPr>
          <a:xfrm>
            <a:off x="2491041" y="140682"/>
            <a:ext cx="7524539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308457532"/>
      </p:ext>
    </p:extLst>
  </p:cSld>
  <p:clrMapOvr>
    <a:masterClrMapping/>
  </p:clrMapOvr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734" r="19454"/>
          <a:stretch/>
        </p:blipFill>
        <p:spPr>
          <a:xfrm>
            <a:off x="1990725" y="222250"/>
            <a:ext cx="8200294" cy="648000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4290704865"/>
      </p:ext>
    </p:extLst>
  </p:cSld>
  <p:clrMapOvr>
    <a:masterClrMapping/>
  </p:clrMapOvr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94" r="12109"/>
          <a:stretch/>
        </p:blipFill>
        <p:spPr>
          <a:xfrm>
            <a:off x="1352550" y="403225"/>
            <a:ext cx="9363075" cy="60515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1572135671"/>
      </p:ext>
    </p:extLst>
  </p:cSld>
  <p:clrMapOvr>
    <a:masterClrMapping/>
  </p:clrMapOvr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62509917"/>
      </p:ext>
    </p:extLst>
  </p:cSld>
  <p:clrMapOvr>
    <a:masterClrMapping/>
  </p:clrMapOvr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12908" y="1904759"/>
            <a:ext cx="9166185" cy="3048482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1438003820"/>
      </p:ext>
    </p:extLst>
  </p:cSld>
  <p:clrMapOvr>
    <a:masterClrMapping/>
  </p:clrMapOvr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66342" y="203200"/>
            <a:ext cx="4276292" cy="6470650"/>
          </a:xfrm>
          <a:prstGeom prst="rect">
            <a:avLst/>
          </a:prstGeom>
          <a:ln>
            <a:solidFill>
              <a:srgbClr val="000000"/>
            </a:solidFill>
          </a:ln>
        </p:spPr>
      </p:pic>
    </p:spTree>
    <p:extLst>
      <p:ext uri="{BB962C8B-B14F-4D97-AF65-F5344CB8AC3E}">
        <p14:creationId xmlns:p14="http://schemas.microsoft.com/office/powerpoint/2010/main" val="730930457"/>
      </p:ext>
    </p:extLst>
  </p:cSld>
  <p:clrMapOvr>
    <a:masterClrMapping/>
  </p:clrMapOvr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 rotWithShape="1">
          <a:blip r:embed="rId4"/>
          <a:srcRect b="7344"/>
          <a:stretch/>
        </p:blipFill>
        <p:spPr>
          <a:xfrm>
            <a:off x="4076700" y="341585"/>
            <a:ext cx="4022724" cy="6249715"/>
          </a:xfrm>
          <a:prstGeom prst="rect">
            <a:avLst/>
          </a:prstGeom>
          <a:ln>
            <a:solidFill>
              <a:srgbClr val="000000"/>
            </a:solidFill>
          </a:ln>
        </p:spPr>
      </p:pic>
      <p:sp>
        <p:nvSpPr>
          <p:cNvPr id="7" name="Прямоугольник 6"/>
          <p:cNvSpPr/>
          <p:nvPr/>
        </p:nvSpPr>
        <p:spPr>
          <a:xfrm>
            <a:off x="4076701" y="1815010"/>
            <a:ext cx="4022724" cy="678807"/>
          </a:xfrm>
          <a:prstGeom prst="rect">
            <a:avLst/>
          </a:prstGeom>
          <a:solidFill>
            <a:schemeClr val="accent6">
              <a:lumMod val="75000"/>
              <a:alpha val="16863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3766618"/>
      </p:ext>
    </p:extLst>
  </p:cSld>
  <p:clrMapOvr>
    <a:masterClrMapping/>
  </p:clrMapOvr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72716225"/>
      </p:ext>
    </p:extLst>
  </p:cSld>
  <p:clrMapOvr>
    <a:masterClrMapping/>
  </p:clrMapOvr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1264225"/>
      </p:ext>
    </p:extLst>
  </p:cSld>
  <p:clrMapOvr>
    <a:masterClrMapping/>
  </p:clrMapOvr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rgbClr val="FFCCCC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17160471"/>
      </p:ext>
    </p:extLst>
  </p:cSld>
  <p:clrMapOvr>
    <a:masterClrMapping/>
  </p:clrMapOvr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6922511" y="2934515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6637887" y="2934515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1043384"/>
      </p:ext>
    </p:extLst>
  </p:cSld>
  <p:clrMapOvr>
    <a:masterClrMapping/>
  </p:clrMapOvr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РАССТОЯНИЕ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71144884"/>
      </p:ext>
    </p:extLst>
  </p:cSld>
  <p:clrMapOvr>
    <a:masterClrMapping/>
  </p:clrMapOvr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93053" y="982369"/>
            <a:ext cx="5805895" cy="4893263"/>
          </a:xfrm>
          <a:prstGeom prst="rect">
            <a:avLst/>
          </a:prstGeom>
          <a:ln>
            <a:solidFill>
              <a:schemeClr val="tx1"/>
            </a:solidFill>
          </a:ln>
        </p:spPr>
      </p:pic>
    </p:spTree>
    <p:extLst>
      <p:ext uri="{BB962C8B-B14F-4D97-AF65-F5344CB8AC3E}">
        <p14:creationId xmlns:p14="http://schemas.microsoft.com/office/powerpoint/2010/main" val="3093788811"/>
      </p:ext>
    </p:extLst>
  </p:cSld>
  <p:clrMapOvr>
    <a:masterClrMapping/>
  </p:clrMapOvr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09850" y="938212"/>
            <a:ext cx="6972300" cy="49815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71930875"/>
      </p:ext>
    </p:extLst>
  </p:cSld>
  <p:clrMapOvr>
    <a:masterClrMapping/>
  </p:clrMapOvr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v1</a:t>
            </a: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accent4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2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r>
              <a:rPr lang="en-US" dirty="0">
                <a:solidFill>
                  <a:schemeClr val="tx1"/>
                </a:solidFill>
                <a:latin typeface="Roboto" panose="02000000000000000000" pitchFamily="2" charset="0"/>
              </a:rPr>
              <a:t> v</a:t>
            </a:r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1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51492488"/>
      </p:ext>
    </p:extLst>
  </p:cSld>
  <p:clrMapOvr>
    <a:masterClrMapping/>
  </p:clrMapOvr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Прямоугольник 9"/>
          <p:cNvSpPr/>
          <p:nvPr/>
        </p:nvSpPr>
        <p:spPr>
          <a:xfrm>
            <a:off x="7942810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Поддержка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2" name="Прямоугольник 11"/>
          <p:cNvSpPr/>
          <p:nvPr/>
        </p:nvSpPr>
        <p:spPr>
          <a:xfrm>
            <a:off x="1641764" y="2904411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Мои документы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sp>
        <p:nvSpPr>
          <p:cNvPr id="14" name="Прямоугольник 13"/>
          <p:cNvSpPr/>
          <p:nvPr/>
        </p:nvSpPr>
        <p:spPr>
          <a:xfrm>
            <a:off x="4792287" y="2899367"/>
            <a:ext cx="2396232" cy="997527"/>
          </a:xfrm>
          <a:prstGeom prst="rect">
            <a:avLst/>
          </a:pr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>
                <a:solidFill>
                  <a:schemeClr val="tx1"/>
                </a:solidFill>
                <a:latin typeface="Roboto" panose="02000000000000000000" pitchFamily="2" charset="0"/>
              </a:rPr>
              <a:t>Отзыв</a:t>
            </a:r>
            <a:endParaRPr lang="en-US" dirty="0">
              <a:solidFill>
                <a:schemeClr val="tx1"/>
              </a:solidFill>
              <a:latin typeface="Roboto" panose="02000000000000000000" pitchFamily="2" charset="0"/>
            </a:endParaRPr>
          </a:p>
        </p:txBody>
      </p:sp>
      <p:cxnSp>
        <p:nvCxnSpPr>
          <p:cNvPr id="15" name="Прямая со стрелкой 14"/>
          <p:cNvCxnSpPr>
            <a:stCxn id="12" idx="3"/>
            <a:endCxn id="14" idx="1"/>
          </p:cNvCxnSpPr>
          <p:nvPr/>
        </p:nvCxnSpPr>
        <p:spPr>
          <a:xfrm flipV="1">
            <a:off x="4037996" y="3398131"/>
            <a:ext cx="754291" cy="5044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" name="Прямая со стрелкой 15"/>
          <p:cNvCxnSpPr>
            <a:stCxn id="10" idx="1"/>
          </p:cNvCxnSpPr>
          <p:nvPr/>
        </p:nvCxnSpPr>
        <p:spPr>
          <a:xfrm flipH="1">
            <a:off x="7188519" y="3398131"/>
            <a:ext cx="754291" cy="0"/>
          </a:xfrm>
          <a:prstGeom prst="straightConnector1">
            <a:avLst/>
          </a:prstGeom>
          <a:ln w="28575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Овал 6"/>
          <p:cNvSpPr/>
          <p:nvPr/>
        </p:nvSpPr>
        <p:spPr>
          <a:xfrm>
            <a:off x="8052781" y="754752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8" name="Овал 7"/>
          <p:cNvSpPr/>
          <p:nvPr/>
        </p:nvSpPr>
        <p:spPr>
          <a:xfrm>
            <a:off x="8060573" y="1129371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9" name="Прямоугольник 8"/>
          <p:cNvSpPr/>
          <p:nvPr/>
        </p:nvSpPr>
        <p:spPr>
          <a:xfrm>
            <a:off x="8293850" y="1072289"/>
            <a:ext cx="288572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поддержку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1" name="Прямоугольник 10"/>
          <p:cNvSpPr/>
          <p:nvPr/>
        </p:nvSpPr>
        <p:spPr>
          <a:xfrm>
            <a:off x="8301642" y="705194"/>
            <a:ext cx="2741456" cy="338554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ru-RU" sz="1600" dirty="0">
                <a:latin typeface="Roboto" panose="02000000000000000000" pitchFamily="2" charset="0"/>
              </a:rPr>
              <a:t>Поля отзыва на документ</a:t>
            </a:r>
            <a:endParaRPr lang="en-US" sz="1600" dirty="0">
              <a:latin typeface="Roboto" panose="02000000000000000000" pitchFamily="2" charset="0"/>
            </a:endParaRPr>
          </a:p>
        </p:txBody>
      </p:sp>
      <p:sp>
        <p:nvSpPr>
          <p:cNvPr id="13" name="Овал 12"/>
          <p:cNvSpPr/>
          <p:nvPr/>
        </p:nvSpPr>
        <p:spPr>
          <a:xfrm>
            <a:off x="3771988" y="2924306"/>
            <a:ext cx="241069" cy="241069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20" name="Овал 19"/>
          <p:cNvSpPr/>
          <p:nvPr/>
        </p:nvSpPr>
        <p:spPr>
          <a:xfrm>
            <a:off x="10073034" y="2924306"/>
            <a:ext cx="241069" cy="241069"/>
          </a:xfrm>
          <a:prstGeom prst="ellipse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38820063"/>
      </p:ext>
    </p:extLst>
  </p:cSld>
  <p:clrMapOvr>
    <a:masterClrMapping/>
  </p:clrMapOvr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3013502"/>
            <a:ext cx="640437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>
                <a:latin typeface="Roboto" panose="02000000000000000000" pitchFamily="2" charset="0"/>
                <a:ea typeface="Roboto" panose="02000000000000000000" pitchFamily="2" charset="0"/>
              </a:rPr>
              <a:t>SRP</a:t>
            </a:r>
          </a:p>
        </p:txBody>
      </p:sp>
    </p:spTree>
    <p:extLst>
      <p:ext uri="{BB962C8B-B14F-4D97-AF65-F5344CB8AC3E}">
        <p14:creationId xmlns:p14="http://schemas.microsoft.com/office/powerpoint/2010/main" val="873304162"/>
      </p:ext>
    </p:extLst>
  </p:cSld>
  <p:clrMapOvr>
    <a:masterClrMapping/>
  </p:clrMapOvr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2893815" y="2274838"/>
            <a:ext cx="6404371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УДАЛЕНИЕ</a:t>
            </a:r>
          </a:p>
          <a:p>
            <a:pPr algn="ctr"/>
            <a:endParaRPr lang="ru-RU" sz="48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algn="ctr"/>
            <a:r>
              <a:rPr lang="ru-RU" sz="4800" dirty="0">
                <a:latin typeface="Roboto" panose="02000000000000000000" pitchFamily="2" charset="0"/>
                <a:ea typeface="Roboto" panose="02000000000000000000" pitchFamily="2" charset="0"/>
              </a:rPr>
              <a:t>РАЗДЕЛЕНИЕ</a:t>
            </a:r>
            <a:endParaRPr lang="en-US" sz="4800" dirty="0"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66912681"/>
      </p:ext>
    </p:extLst>
  </p:cSld>
  <p:clrMapOvr>
    <a:masterClrMapping/>
  </p:clrMapOvr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Рисунок 1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03956" y="421360"/>
            <a:ext cx="8583982" cy="57226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92266554"/>
      </p:ext>
    </p:extLst>
  </p:cSld>
  <p:clrMapOvr>
    <a:masterClrMapping/>
  </p:clrMapOvr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Какой-то текст для чего-то там, в общем надо сюда будет что-то написать"/>
          <p:cNvSpPr txBox="1"/>
          <p:nvPr/>
        </p:nvSpPr>
        <p:spPr>
          <a:xfrm>
            <a:off x="938088" y="976753"/>
            <a:ext cx="5536283" cy="175432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45719" rIns="45719">
            <a:spAutoFit/>
          </a:bodyPr>
          <a:lstStyle>
            <a:lvl1pPr>
              <a:defRPr sz="3000">
                <a:latin typeface="TTTravels-Bold"/>
                <a:ea typeface="TTTravels-Bold"/>
                <a:cs typeface="TTTravels-Bold"/>
                <a:sym typeface="TTTravels-Bold"/>
              </a:defRPr>
            </a:lvl1pPr>
          </a:lstStyle>
          <a:p>
            <a:r>
              <a:rPr lang="ru-RU" dirty="0" smtClean="0">
                <a:solidFill>
                  <a:schemeClr val="bg1"/>
                </a:solidFill>
              </a:rPr>
              <a:t>Спасибо за </a:t>
            </a:r>
            <a:r>
              <a:rPr lang="ru-RU" dirty="0" smtClean="0">
                <a:solidFill>
                  <a:schemeClr val="bg1"/>
                </a:solidFill>
              </a:rPr>
              <a:t>внимание</a:t>
            </a:r>
          </a:p>
          <a:p>
            <a:endParaRPr lang="ru-RU" dirty="0">
              <a:solidFill>
                <a:schemeClr val="bg1"/>
              </a:solidFill>
            </a:endParaRPr>
          </a:p>
          <a:p>
            <a:pPr lvl="0"/>
            <a:r>
              <a:rPr lang="ru-RU" sz="2400" kern="0" dirty="0" smtClean="0">
                <a:solidFill>
                  <a:schemeClr val="bg1"/>
                </a:solidFill>
              </a:rPr>
              <a:t>Расширенная версия доклада будет опубликована на </a:t>
            </a:r>
            <a:r>
              <a:rPr lang="ru-RU" sz="2400" kern="0" dirty="0" err="1" smtClean="0">
                <a:solidFill>
                  <a:schemeClr val="bg1"/>
                </a:solidFill>
              </a:rPr>
              <a:t>Хабр</a:t>
            </a:r>
            <a:r>
              <a:rPr lang="ru-RU" sz="2400" kern="0" dirty="0" smtClean="0">
                <a:solidFill>
                  <a:schemeClr val="bg1"/>
                </a:solidFill>
              </a:rPr>
              <a:t> - </a:t>
            </a:r>
            <a:r>
              <a:rPr lang="en-US" sz="2400" kern="0" dirty="0" smtClean="0">
                <a:solidFill>
                  <a:schemeClr val="bg1"/>
                </a:solidFill>
              </a:rPr>
              <a:t>@</a:t>
            </a:r>
            <a:r>
              <a:rPr lang="en-US" sz="2400" kern="0" dirty="0" err="1" smtClean="0">
                <a:solidFill>
                  <a:schemeClr val="bg1"/>
                </a:solidFill>
              </a:rPr>
              <a:t>khaimov</a:t>
            </a:r>
            <a:r>
              <a:rPr lang="ru-RU" sz="2400" dirty="0" smtClean="0">
                <a:solidFill>
                  <a:schemeClr val="bg1"/>
                </a:solidFill>
              </a:rPr>
              <a:t> </a:t>
            </a:r>
            <a:endParaRPr lang="en-US" sz="2400" dirty="0" smtClean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7545599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17682</TotalTime>
  <Words>3088</Words>
  <Application>Microsoft Office PowerPoint</Application>
  <PresentationFormat>Широкоэкранный</PresentationFormat>
  <Paragraphs>593</Paragraphs>
  <Slides>152</Slides>
  <Notes>152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7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152</vt:i4>
      </vt:variant>
    </vt:vector>
  </HeadingPairs>
  <TitlesOfParts>
    <vt:vector size="160" baseType="lpstr">
      <vt:lpstr>Arial</vt:lpstr>
      <vt:lpstr>Calibri</vt:lpstr>
      <vt:lpstr>Calibri Light</vt:lpstr>
      <vt:lpstr>Roboto</vt:lpstr>
      <vt:lpstr>TTTravels-Bold</vt:lpstr>
      <vt:lpstr>TTTravels-DemiBold</vt:lpstr>
      <vt:lpstr>TTTravels-Regular</vt:lpstr>
      <vt:lpstr>Тема Office</vt:lpstr>
      <vt:lpstr>Единственная ответственность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Khaimov Roman</dc:creator>
  <cp:lastModifiedBy>Khaimov Roman</cp:lastModifiedBy>
  <cp:revision>263</cp:revision>
  <dcterms:created xsi:type="dcterms:W3CDTF">2024-05-14T14:02:45Z</dcterms:created>
  <dcterms:modified xsi:type="dcterms:W3CDTF">2024-06-07T08:42:33Z</dcterms:modified>
</cp:coreProperties>
</file>