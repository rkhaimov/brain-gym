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6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63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83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84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4"/>
  </p:notesMasterIdLst>
  <p:sldIdLst>
    <p:sldId id="455" r:id="rId2"/>
    <p:sldId id="422" r:id="rId3"/>
    <p:sldId id="423" r:id="rId4"/>
    <p:sldId id="424" r:id="rId5"/>
    <p:sldId id="425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288" r:id="rId17"/>
    <p:sldId id="443" r:id="rId18"/>
    <p:sldId id="444" r:id="rId19"/>
    <p:sldId id="445" r:id="rId20"/>
    <p:sldId id="446" r:id="rId21"/>
    <p:sldId id="404" r:id="rId22"/>
    <p:sldId id="382" r:id="rId23"/>
    <p:sldId id="389" r:id="rId24"/>
    <p:sldId id="381" r:id="rId25"/>
    <p:sldId id="405" r:id="rId26"/>
    <p:sldId id="378" r:id="rId27"/>
    <p:sldId id="302" r:id="rId28"/>
    <p:sldId id="303" r:id="rId29"/>
    <p:sldId id="383" r:id="rId30"/>
    <p:sldId id="304" r:id="rId31"/>
    <p:sldId id="390" r:id="rId32"/>
    <p:sldId id="298" r:id="rId33"/>
    <p:sldId id="305" r:id="rId34"/>
    <p:sldId id="306" r:id="rId35"/>
    <p:sldId id="370" r:id="rId36"/>
    <p:sldId id="371" r:id="rId37"/>
    <p:sldId id="309" r:id="rId38"/>
    <p:sldId id="392" r:id="rId39"/>
    <p:sldId id="393" r:id="rId40"/>
    <p:sldId id="307" r:id="rId41"/>
    <p:sldId id="310" r:id="rId42"/>
    <p:sldId id="395" r:id="rId43"/>
    <p:sldId id="311" r:id="rId44"/>
    <p:sldId id="458" r:id="rId45"/>
    <p:sldId id="459" r:id="rId46"/>
    <p:sldId id="460" r:id="rId47"/>
    <p:sldId id="325" r:id="rId48"/>
    <p:sldId id="461" r:id="rId49"/>
    <p:sldId id="322" r:id="rId50"/>
    <p:sldId id="372" r:id="rId51"/>
    <p:sldId id="317" r:id="rId52"/>
    <p:sldId id="318" r:id="rId53"/>
    <p:sldId id="319" r:id="rId54"/>
    <p:sldId id="315" r:id="rId55"/>
    <p:sldId id="326" r:id="rId56"/>
    <p:sldId id="327" r:id="rId57"/>
    <p:sldId id="447" r:id="rId58"/>
    <p:sldId id="448" r:id="rId59"/>
    <p:sldId id="328" r:id="rId60"/>
    <p:sldId id="330" r:id="rId61"/>
    <p:sldId id="332" r:id="rId62"/>
    <p:sldId id="331" r:id="rId63"/>
    <p:sldId id="333" r:id="rId64"/>
    <p:sldId id="329" r:id="rId65"/>
    <p:sldId id="334" r:id="rId66"/>
    <p:sldId id="338" r:id="rId67"/>
    <p:sldId id="340" r:id="rId68"/>
    <p:sldId id="339" r:id="rId69"/>
    <p:sldId id="341" r:id="rId70"/>
    <p:sldId id="344" r:id="rId71"/>
    <p:sldId id="403" r:id="rId72"/>
    <p:sldId id="397" r:id="rId73"/>
    <p:sldId id="346" r:id="rId74"/>
    <p:sldId id="348" r:id="rId75"/>
    <p:sldId id="449" r:id="rId76"/>
    <p:sldId id="450" r:id="rId77"/>
    <p:sldId id="451" r:id="rId78"/>
    <p:sldId id="349" r:id="rId79"/>
    <p:sldId id="350" r:id="rId80"/>
    <p:sldId id="375" r:id="rId81"/>
    <p:sldId id="351" r:id="rId82"/>
    <p:sldId id="352" r:id="rId83"/>
    <p:sldId id="376" r:id="rId84"/>
    <p:sldId id="353" r:id="rId85"/>
    <p:sldId id="406" r:id="rId86"/>
    <p:sldId id="407" r:id="rId87"/>
    <p:sldId id="408" r:id="rId88"/>
    <p:sldId id="409" r:id="rId89"/>
    <p:sldId id="399" r:id="rId90"/>
    <p:sldId id="412" r:id="rId91"/>
    <p:sldId id="413" r:id="rId92"/>
    <p:sldId id="401" r:id="rId93"/>
    <p:sldId id="355" r:id="rId94"/>
    <p:sldId id="452" r:id="rId95"/>
    <p:sldId id="453" r:id="rId96"/>
    <p:sldId id="454" r:id="rId97"/>
    <p:sldId id="436" r:id="rId98"/>
    <p:sldId id="437" r:id="rId99"/>
    <p:sldId id="438" r:id="rId100"/>
    <p:sldId id="439" r:id="rId101"/>
    <p:sldId id="440" r:id="rId102"/>
    <p:sldId id="441" r:id="rId103"/>
    <p:sldId id="442" r:id="rId104"/>
    <p:sldId id="457" r:id="rId105"/>
    <p:sldId id="462" r:id="rId106"/>
    <p:sldId id="468" r:id="rId107"/>
    <p:sldId id="470" r:id="rId108"/>
    <p:sldId id="471" r:id="rId109"/>
    <p:sldId id="469" r:id="rId110"/>
    <p:sldId id="472" r:id="rId111"/>
    <p:sldId id="463" r:id="rId112"/>
    <p:sldId id="464" r:id="rId113"/>
    <p:sldId id="466" r:id="rId114"/>
    <p:sldId id="465" r:id="rId115"/>
    <p:sldId id="473" r:id="rId116"/>
    <p:sldId id="467" r:id="rId117"/>
    <p:sldId id="474" r:id="rId118"/>
    <p:sldId id="493" r:id="rId119"/>
    <p:sldId id="494" r:id="rId120"/>
    <p:sldId id="476" r:id="rId121"/>
    <p:sldId id="477" r:id="rId122"/>
    <p:sldId id="478" r:id="rId123"/>
    <p:sldId id="480" r:id="rId124"/>
    <p:sldId id="481" r:id="rId125"/>
    <p:sldId id="483" r:id="rId126"/>
    <p:sldId id="495" r:id="rId127"/>
    <p:sldId id="485" r:id="rId128"/>
    <p:sldId id="486" r:id="rId129"/>
    <p:sldId id="487" r:id="rId130"/>
    <p:sldId id="488" r:id="rId131"/>
    <p:sldId id="489" r:id="rId132"/>
    <p:sldId id="490" r:id="rId133"/>
    <p:sldId id="491" r:id="rId134"/>
    <p:sldId id="492" r:id="rId135"/>
    <p:sldId id="496" r:id="rId136"/>
    <p:sldId id="497" r:id="rId137"/>
    <p:sldId id="498" r:id="rId138"/>
    <p:sldId id="499" r:id="rId139"/>
    <p:sldId id="500" r:id="rId140"/>
    <p:sldId id="501" r:id="rId141"/>
    <p:sldId id="502" r:id="rId142"/>
    <p:sldId id="503" r:id="rId143"/>
    <p:sldId id="504" r:id="rId144"/>
    <p:sldId id="505" r:id="rId145"/>
    <p:sldId id="506" r:id="rId146"/>
    <p:sldId id="507" r:id="rId147"/>
    <p:sldId id="508" r:id="rId148"/>
    <p:sldId id="509" r:id="rId149"/>
    <p:sldId id="510" r:id="rId150"/>
    <p:sldId id="512" r:id="rId151"/>
    <p:sldId id="514" r:id="rId152"/>
    <p:sldId id="513" r:id="rId153"/>
    <p:sldId id="515" r:id="rId154"/>
    <p:sldId id="516" r:id="rId155"/>
    <p:sldId id="517" r:id="rId156"/>
    <p:sldId id="518" r:id="rId157"/>
    <p:sldId id="519" r:id="rId158"/>
    <p:sldId id="520" r:id="rId159"/>
    <p:sldId id="521" r:id="rId160"/>
    <p:sldId id="522" r:id="rId161"/>
    <p:sldId id="523" r:id="rId162"/>
    <p:sldId id="524" r:id="rId1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FB1"/>
    <a:srgbClr val="000000"/>
    <a:srgbClr val="E7E6E6"/>
    <a:srgbClr val="FF5050"/>
    <a:srgbClr val="EE6E6E"/>
    <a:srgbClr val="7CAFDE"/>
    <a:srgbClr val="FF7575"/>
    <a:srgbClr val="2E75B6"/>
    <a:srgbClr val="F4B183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3" autoAdjust="0"/>
    <p:restoredTop sz="93271" autoAdjust="0"/>
  </p:normalViewPr>
  <p:slideViewPr>
    <p:cSldViewPr snapToGrid="0">
      <p:cViewPr varScale="1">
        <p:scale>
          <a:sx n="108" d="100"/>
          <a:sy n="108" d="100"/>
        </p:scale>
        <p:origin x="110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379-45AF-983B-64786809A13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379-45AF-983B-64786809A13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379-45AF-983B-64786809A13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379-45AF-983B-64786809A130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79-45AF-983B-64786809A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EA1-44FB-AE97-752D864CF96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EA1-44FB-AE97-752D864CF96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EA1-44FB-AE97-752D864CF96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EA1-44FB-AE97-752D864CF96A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A1-44FB-AE97-752D864CF9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DBA-4E30-94F6-6E025A075B5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DBA-4E30-94F6-6E025A075B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DBA-4E30-94F6-6E025A075B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DBA-4E30-94F6-6E025A075B58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BA-4E30-94F6-6E025A075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CD3-4DB9-B331-0758D968954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CD3-4DB9-B331-0758D968954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CD3-4DB9-B331-0758D968954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CD3-4DB9-B331-0758D9689540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D3-4DB9-B331-0758D96895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38-492A-8403-4CF852EFF5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38-492A-8403-4CF852EFF5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A38-492A-8403-4CF852EFF58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A38-492A-8403-4CF852EFF58F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FC-4FF8-8DB5-905FD61CC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4C-43EF-96B7-071F58328A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94C-43EF-96B7-071F58328A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94C-43EF-96B7-071F58328A2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94C-43EF-96B7-071F58328A2D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94C-43EF-96B7-071F58328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D-4636-ACC4-A2781C00471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D-4636-ACC4-A2781C00471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B9D-4636-ACC4-A2781C00471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B9D-4636-ACC4-A2781C004714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9D-4636-ACC4-A2781C004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098-471A-BB54-552CE7F2DF3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098-471A-BB54-552CE7F2DF3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098-471A-BB54-552CE7F2DF3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098-471A-BB54-552CE7F2DF30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98-471A-BB54-552CE7F2DF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776-4039-B189-65D9EF43582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776-4039-B189-65D9EF43582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776-4039-B189-65D9EF43582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776-4039-B189-65D9EF43582A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776-4039-B189-65D9EF435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58-4B9E-89A5-D4EAB34FDF2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58-4B9E-89A5-D4EAB34FDF2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858-4B9E-89A5-D4EAB34FDF2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858-4B9E-89A5-D4EAB34FDF25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58-4B9E-89A5-D4EAB34FD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3BA-4B5A-A67D-175CD4AC36E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3BA-4B5A-A67D-175CD4AC36E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3BA-4B5A-A67D-175CD4AC36E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3BA-4B5A-A67D-175CD4AC36E4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BA-4B5A-A67D-175CD4AC3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E3D-43A8-81F3-30ADCF6E396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E3D-43A8-81F3-30ADCF6E396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E3D-43A8-81F3-30ADCF6E396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E3D-43A8-81F3-30ADCF6E3963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3D-43A8-81F3-30ADCF6E3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49-46D6-A3C7-206FF0C8971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49-46D6-A3C7-206FF0C8971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749-46D6-A3C7-206FF0C8971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749-46D6-A3C7-206FF0C89714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49-46D6-A3C7-206FF0C89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9F-4428-8688-C28A38C7FD7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9F-4428-8688-C28A38C7FD7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9F-4428-8688-C28A38C7FD7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9F-4428-8688-C28A38C7FD7D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9F-4428-8688-C28A38C7FD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38-492A-8403-4CF852EFF5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38-492A-8403-4CF852EFF5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A38-492A-8403-4CF852EFF58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A38-492A-8403-4CF852EFF58F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FC-4FF8-8DB5-905FD61CC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E6-4714-971A-ABE0F5488C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E6-4714-971A-ABE0F5488C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E6-4714-971A-ABE0F5488C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CE6-4714-971A-ABE0F5488C81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0.155</c:v>
                </c:pt>
                <c:pt idx="2">
                  <c:v>0.11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E6-4714-971A-ABE0F5488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0F-4D8A-9667-B68DA5E98DE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0F-4D8A-9667-B68DA5E98DE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00F-4D8A-9667-B68DA5E98DE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00F-4D8A-9667-B68DA5E98DEE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0F-4D8A-9667-B68DA5E98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37-41AC-829F-C4107362C52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37-41AC-829F-C4107362C52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37-41AC-829F-C4107362C52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437-41AC-829F-C4107362C52A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0.155</c:v>
                </c:pt>
                <c:pt idx="2">
                  <c:v>0.11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437-41AC-829F-C4107362C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3E-467F-A759-8B5186F36CC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3E-467F-A759-8B5186F36CC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B3E-467F-A759-8B5186F36CC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B3E-467F-A759-8B5186F36CCF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0.185</c:v>
                </c:pt>
                <c:pt idx="2">
                  <c:v>0.08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3E-467F-A759-8B5186F36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80-4E54-8AE4-8470C30A63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80-4E54-8AE4-8470C30A63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80-4E54-8AE4-8470C30A63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80-4E54-8AE4-8470C30A63F9}"/>
              </c:ext>
            </c:extLst>
          </c:dPt>
          <c:cat>
            <c:strRef>
              <c:f>Лист1!$A$2:$A$5</c:f>
              <c:strCache>
                <c:ptCount val="4"/>
                <c:pt idx="0">
                  <c:v>Регрессия</c:v>
                </c:pt>
                <c:pt idx="1">
                  <c:v>Рефакторинг</c:v>
                </c:pt>
                <c:pt idx="2">
                  <c:v>Поддержка</c:v>
                </c:pt>
                <c:pt idx="3">
                  <c:v>Скорость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0.185</c:v>
                </c:pt>
                <c:pt idx="1">
                  <c:v>0.155</c:v>
                </c:pt>
                <c:pt idx="2">
                  <c:v>0.11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80-4E54-8AE4-8470C30A6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A9F6D-4C0A-4D32-A6E0-938378AE652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409A1-088C-44D9-A8D7-99583A725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2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ТЕСТИРУЕМАЯ АРХИТЕКТУРА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ru-RU" dirty="0"/>
          </a:p>
          <a:p>
            <a:r>
              <a:rPr lang="ru-RU" dirty="0"/>
              <a:t>Кто считает что тесты не нужны?</a:t>
            </a:r>
            <a:r>
              <a:rPr lang="ru-RU" baseline="0" dirty="0"/>
              <a:t> </a:t>
            </a:r>
            <a:r>
              <a:rPr lang="ru-RU" dirty="0"/>
              <a:t>Кто</a:t>
            </a:r>
            <a:r>
              <a:rPr lang="ru-RU" baseline="0" dirty="0"/>
              <a:t> на проекте пишет тесты? Кто от них действительно ощущает пользу? А в чем она заключается? Это непростой и очень глубокий вопрос и для того чтобы в нем разобраться нужно начать с достаточно очевидного факта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8157BE-13C9-4B69-8B03-B7B56862D10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9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ru-RU" baseline="0" dirty="0"/>
              <a:t>ложность проектов со временем растет. Каждый с этим сталкивался</a:t>
            </a:r>
            <a:r>
              <a:rPr lang="en-US" baseline="0" dirty="0"/>
              <a:t>, </a:t>
            </a:r>
            <a:r>
              <a:rPr lang="ru-RU" baseline="0" dirty="0"/>
              <a:t>когда становится все труднее разобраться в коде</a:t>
            </a:r>
            <a:r>
              <a:rPr lang="en-US" baseline="0" dirty="0"/>
              <a:t>, </a:t>
            </a:r>
            <a:r>
              <a:rPr lang="ru-RU" baseline="0" dirty="0"/>
              <a:t>появляется больше дефектов</a:t>
            </a:r>
            <a:r>
              <a:rPr lang="en-US" baseline="0" dirty="0"/>
              <a:t>, </a:t>
            </a:r>
            <a:r>
              <a:rPr lang="ru-RU" baseline="0" dirty="0"/>
              <a:t>на задачи уходит больше времени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44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/>
              <a:t>Проще говоря - проект начинает устаревать. Проблема встречается настолько часто но обсуждается так редко</a:t>
            </a:r>
            <a:r>
              <a:rPr lang="en-US" baseline="0" dirty="0"/>
              <a:t>, </a:t>
            </a:r>
            <a:r>
              <a:rPr lang="ru-RU" baseline="0" dirty="0"/>
              <a:t>что может показаться что </a:t>
            </a:r>
            <a:r>
              <a:rPr lang="ru-RU" baseline="0" dirty="0" err="1"/>
              <a:t>легаси</a:t>
            </a:r>
            <a:r>
              <a:rPr lang="ru-RU" baseline="0" dirty="0"/>
              <a:t> это вполне нормально и неизбежно для каждого проекта</a:t>
            </a:r>
          </a:p>
          <a:p>
            <a:endParaRPr lang="ru-RU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борьбы с данной отрицательной</a:t>
            </a:r>
            <a:r>
              <a:rPr lang="ru-RU" baseline="0" dirty="0"/>
              <a:t> тенденцией нам необходимо определить откуда берётся сложность</a:t>
            </a:r>
            <a:r>
              <a:rPr lang="en-US" baseline="0" dirty="0"/>
              <a:t>, </a:t>
            </a:r>
            <a:r>
              <a:rPr lang="ru-RU" baseline="0" dirty="0"/>
              <a:t>что является её источником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85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И в этом нам поможет изучение того из</a:t>
            </a:r>
            <a:r>
              <a:rPr lang="ru-RU" baseline="0" dirty="0"/>
              <a:t> чего состоит любая программа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73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Исходный код можно разбить на две составляющие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7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наблюдаемое поведение, то за что прежде всего платит заказчик, то на что заводят дефекты тестирование и требует к реализации аналитика.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Пользуясь например календарем нам не важно с каким стеком он реализован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алгоритмы используются внутри. Нас волнует другое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ли ставить отметки на день рождения и смотреть даты определено месяца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22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себе поведение является источником естественной (или её еще называют доменной) сложности программы. Например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сли наша задача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сделать программу моделирующую самолеты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тут никуда не отвертишься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домен сам по себе (естественным образом) будет повышать планку для уровня экспертизы программиста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73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 часть программы это структура – те самые детали реализации. Можно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сказать что это все то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скрыто от конечного пользователя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является источником 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называемой 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скусственной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сложности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программы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Т. 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той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которую влияют выбранные нами детали реализации (например модели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библиотеки и т. д). Именно из за неё проекты в подавляющем большинстве случаев устаревают и скатываются в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легаси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Именно на неё мы обратим с вами свое внимание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53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Зависимость искусственной сложности от структуры</a:t>
            </a:r>
            <a:r>
              <a:rPr lang="ru-RU" baseline="0" dirty="0"/>
              <a:t> как бы намекает нам на то</a:t>
            </a:r>
            <a:r>
              <a:rPr lang="en-US" baseline="0" dirty="0"/>
              <a:t>, </a:t>
            </a:r>
            <a:r>
              <a:rPr lang="ru-RU" baseline="0" dirty="0"/>
              <a:t>что единственным способом упрощения программы является изменение данного аспекта ПО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28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Но при этом</a:t>
            </a:r>
            <a:r>
              <a:rPr lang="en-US" dirty="0"/>
              <a:t>, </a:t>
            </a:r>
            <a:r>
              <a:rPr lang="ru-RU" dirty="0"/>
              <a:t>изменяя структуру</a:t>
            </a:r>
            <a:r>
              <a:rPr lang="ru-RU" baseline="0" dirty="0"/>
              <a:t> мы должны ухитриться и не модифицировать наблюдаемого поведения которое эта структура и формирует. Иначе мы рискуем сломать то</a:t>
            </a:r>
            <a:r>
              <a:rPr lang="en-US" baseline="0" dirty="0"/>
              <a:t>, </a:t>
            </a:r>
            <a:r>
              <a:rPr lang="ru-RU" baseline="0" dirty="0"/>
              <a:t>что работало до этого (вызывать регресс иными словами). И для процесса изменения деталей </a:t>
            </a:r>
            <a:r>
              <a:rPr lang="ru-RU" baseline="0" dirty="0" err="1"/>
              <a:t>реалиазции</a:t>
            </a:r>
            <a:r>
              <a:rPr lang="ru-RU" baseline="0" dirty="0"/>
              <a:t> без влияния на поведение есть специальное название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07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err="1"/>
              <a:t>Рефакторинг</a:t>
            </a:r>
            <a:r>
              <a:rPr lang="ru-RU" dirty="0"/>
              <a:t>.</a:t>
            </a:r>
            <a:r>
              <a:rPr lang="ru-RU" baseline="0" dirty="0"/>
              <a:t> </a:t>
            </a:r>
            <a:r>
              <a:rPr lang="ru-RU" dirty="0"/>
              <a:t>Это основное</a:t>
            </a:r>
            <a:r>
              <a:rPr lang="en-US" dirty="0"/>
              <a:t> </a:t>
            </a:r>
            <a:r>
              <a:rPr lang="ru-RU" dirty="0"/>
              <a:t>и в большинстве случаев единственное</a:t>
            </a:r>
            <a:r>
              <a:rPr lang="ru-RU" baseline="0" dirty="0"/>
              <a:t> оружие для борьбы с растущей сложностью в программе. Но регресс делает его крайне редким гостем в проектах что и приводит к ситуациям показанным ранее.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54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Давайте представим</a:t>
            </a:r>
            <a:r>
              <a:rPr lang="ru-RU" baseline="0" dirty="0"/>
              <a:t> что у нас есть волшебная программа помощник с одной единственной кнопкой</a:t>
            </a:r>
            <a:r>
              <a:rPr lang="en-US" baseline="0" dirty="0"/>
              <a:t> check. </a:t>
            </a:r>
            <a:r>
              <a:rPr lang="ru-RU" baseline="0" dirty="0"/>
              <a:t>Нажав на неё у нас может быть один из двух результатов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02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Первый</a:t>
            </a:r>
            <a:r>
              <a:rPr lang="en-US" dirty="0"/>
              <a:t>,</a:t>
            </a:r>
            <a:r>
              <a:rPr lang="en-US" baseline="0" dirty="0"/>
              <a:t> </a:t>
            </a:r>
            <a:r>
              <a:rPr lang="ru-RU" baseline="0" dirty="0"/>
              <a:t>будет означать что наблюдаемое поведение нашей программы не изменилось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22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Второй</a:t>
            </a:r>
            <a:r>
              <a:rPr lang="en-US" dirty="0"/>
              <a:t>, </a:t>
            </a:r>
            <a:r>
              <a:rPr lang="ru-RU" dirty="0"/>
              <a:t>будет означать</a:t>
            </a:r>
            <a:r>
              <a:rPr lang="ru-RU" baseline="0" dirty="0"/>
              <a:t> обратное – а именно присутствие того самого регресса. Имея такого помощника под рукой </a:t>
            </a:r>
            <a:r>
              <a:rPr lang="ru-RU" baseline="0" dirty="0" err="1"/>
              <a:t>рефакторинг</a:t>
            </a:r>
            <a:r>
              <a:rPr lang="ru-RU" baseline="0" dirty="0"/>
              <a:t> стал бы гораздо легче. Я думаю многие догадались что наш помощник – это тесты. </a:t>
            </a:r>
            <a:r>
              <a:rPr lang="ru-RU" baseline="0"/>
              <a:t>Тесты это </a:t>
            </a:r>
            <a:r>
              <a:rPr lang="ru-RU" baseline="0" dirty="0"/>
              <a:t>просто программа которая проверяет другую программу.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88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 попробуем понять какими качествами они должны обладать относительно решаемой задачи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7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естественно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защита от регресса. Именно она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избавляет нас от страха случайно изменить поведение приложения при модифицировании деталей реализации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59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Вторым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качеством является сопротивляемость к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рефакторингу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Тесты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должны реагировать на изменения структуры (в нашем случае падать).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тестов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 для обычного пользователя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должен быть незаметным.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противном случае они только усложнят борьбу с растущей сложностью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ведь вместо одной программы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править придётся уже две.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78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Третьим качеством является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поддерживаемость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Если тесты будут требовать больших ресурсов на свое написание и изменение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 они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станут балластом для разработки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еще одной причиной возросшей сложности программы и проще будет избавиться от них вовсе чем оставлять на проекте в том виде который есть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11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Последним качеством является быстродействие.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выполнения тестов очевидно влияет на время выполнения задачи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 самым оказывая воздействие на производительность труда.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если требуется например срочно выдать релиз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ждать пол часа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 пока пройдут проверки может захотеть далеко не каждый. В этом плане они могут и вовсе игнорироваться сводя все усилия на нет.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общем случае - чем дольше проходят тесты, тем реже они запускаются.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 реже запуск, тем больше пространства для дефекта к появлению и тем сложней его потом отыскать как следствие.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317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возьмем более конкретный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именно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 известные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объяснить коротко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представьте что ваших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специалистов заменили на робота. И вот сценарий работы такого робота и будет являться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тестом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32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Метрики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будут представлены на круговой диаграмме чтобы выделить соотношение показателей между собой.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11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 первых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предоставляют максимальную защиту от регресса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ведь проверяют всю систему целиком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 конца до конца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38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 вторых они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дают высокую сопротивляемость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 рассматривают программу с точки зрения конечного пользователя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85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 Е. как черный ящик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полностью игнорируя структуру ПО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02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взамен они требуют высокую цену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ввиде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низкой скорости выполнения и большой стоимостью разработки и поддержки. Давайте поймем почему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308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сценарий тестирования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 при обычной эксплуатации программы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зависит от какого то источника данных (это может быть БД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localStorage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глобальный объект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возвращающая тек дату и так далее)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409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точки зрения 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 зависимость скрыта. Т. Е. тесты её не контролируют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усложняет процесс верификации поведения. Как проверить например сценарий отображения списка пользователей если в нашей системе время от времени регистрируются новые.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518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Обратным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здесь являются сценарии (или функции) которые являются идемпотентными. Т. е. такими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 которых полностью предсказывается её внешними аргументами. Например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сложения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двух чисел или отображение какой то статичной информации на форме.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вернемся к нему позднее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437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проблемой при 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тестировании может быть наличие так называемого сайд эффекта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один сценарий может оказать влияние на результат другого. Возьмем два кейса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добавления пользователя и отображения списка пользователей. Результат будет разным </a:t>
            </a:r>
            <a:r>
              <a:rPr lang="ru-R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взавимисти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от порядка выполнения этих тестов.</a:t>
            </a:r>
          </a:p>
          <a:p>
            <a:endParaRPr lang="ru-RU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Сайд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эффект в общем случае это любой наблюдаемый результат работы функции существующий за пределами её возвращаемого значения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840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 </a:t>
            </a:r>
            <a:r>
              <a:rPr lang="ru-R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логирующая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функция – она вернула 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undefined,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в тоже время вывела значение в консоль.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508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Вот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мы с вами выделили негативные стороны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тестов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именно медлительность и низкая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поддерживаемость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 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опустим что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таком виде они нам не подходят. Зная причины этих проблем мы можем сказать следующее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60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является идемпотентной (зависит от скрытых изменяющихся аргументов) или содержит сайд эффекты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мы её просто не тестируем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это выразить физически? Не на словах?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718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Проще всего это сделать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выделив для таких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грязных функций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отдельный 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лой (в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данном случае он называется как источники данных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Далее мы можем сказать что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то, что находится в этой области структуры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должно покрываться тестами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Блок сверху (обозначен зеленым) обозначает область программы которая тестируется. Обратите внимание на то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теперь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сравнению с изначальной версией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проверяется меньше кода. Это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неизбежно приводит нас к пониженной защите от регресса.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632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лой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источников данных не тестируется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нас выгодно делать его максимально простым и прямолинейным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избавляя его от любой нетривиальной логики и управляющих конструкций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 самым снижая вероятность что-нибудь там поломать </a:t>
            </a:r>
            <a:r>
              <a:rPr lang="ru-R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впринципе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82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Разделить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то – это половина работы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этого необходимо решить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какую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сторону должны быть направлены зависимости между ними?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036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простой пример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есть компонент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UserList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отображающий список пользователей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33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 список он получает из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ассинхроного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источника данных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getAllUsers,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 имеет скрытую зависимость от БД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 е. является нетестируемой в нашей терминологии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641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 на то что компонент напрямую ссылается на конкретную функцию. Другими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словами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мы захотим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переиспользовать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UserList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другой функцией источником данных (более удобной для тестирования)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у нас ничего не получится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596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такая прямая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связь отображается следующим образом.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Обратите внимание на направление стрелочки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503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Посмотрим на другой пример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целом у нас </a:t>
            </a:r>
            <a:r>
              <a:rPr lang="en-US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UserList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остался без изменений кроме одной маленькой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очень важной детали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35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getAllUsers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берется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напрямую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через внешнюю зависимость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 которой описывается через соответствующий тип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 данных превращается в простой внешний аргумент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неизвестную переменную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которую мы как разработчики теперь можем спокойно контролировать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передавая туда то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для нас выгодно в конкретном случае.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025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ничего сильно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меняется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кроме того что между программой и источниками данных появляется промежуточный элемент – интерфейс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который каждая функция обязана реализовывать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иначе мы просто не сможем передать её в качестве аргумента компоненту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UserList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683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вот в контексте реального приложения будем использовать настоящие боевые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0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вот в контексте реального приложения будем использовать настоящие боевые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738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вот в контексте реального приложения будем использовать настоящие боевые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19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вот в контексте реального приложения будем использовать настоящие боевые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930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вот в контексте реального приложения будем использовать настоящие боевые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154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Другими словами - изменения в программе…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488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имеют тенденцию вызывать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изменения в её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247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уже изменения в интерфейсах в свою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очередь будут вынуждать модифицировать всех его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имплементаторов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коих обычно гораздо больше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682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образом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можно сказать что 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анная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пара образует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 с высокой ответственностью, изменение которого вызовет многочисленные модификации в зависимых от него компонентах.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значит что мы должны иметь возможность изменять поведение программы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изменяя или как можно реже модифицируя её внешние интерфейсы.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Другими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словами она должна быть расширяемой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8246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часть этой сложной задачи уже была решена нами в рамках организации тестирования!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Программу можно использовать с разными источниками данных при этом не трогая ничего лишнего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774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423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Слой ядра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тестируемый компонент с высокой ответственностью.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256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слой источников 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нетестируемых компонентов. Единственное требование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элементам данной секции – это простота. Они должны быть тривиальными иначе итоговая защита от регресса будет небольшой.</a:t>
            </a:r>
          </a:p>
          <a:p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Тут стоить немного остановиться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отметить следующий занятный факт…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39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уровне исполнения программы, на этапе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вызовы будут идти от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Externals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721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на уровне структуры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исходного кода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зависимости напротив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обращены ровно в обратную сторону.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Зависимость между слоями как бы инвертируется.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 элементами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формируется так называемая *неполная архитектурная граница*.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Смысл которой мы рассмотрим позднее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6999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проведем сравнительный анализ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наших новый тестов по сравнению с имеющимся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637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Первое на что стоит обратит внимание так это на 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поддерживаемость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таких тестов гораздо выше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теперь мы способны избавиться от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трудно тестируемых элементов системы. Легко подменять данные и организовывать окружение.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4916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всего есть своя цена. В нашем случае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тесты теперь зависимы от двух-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слойной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архитектуры. Можно сказать что они теперь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тестируют не только поведение программы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и часть её структуры. В то же время, внутреннее устройство самих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слоев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прежнему остается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скрытым тем самым сохраняя большие возможности для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8152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Хоть проверки по прежнему проходят от лица 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 е. например путем визуальной верификации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экранов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защиты от регресса естественно стало меньше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игнорируется некоторая часть системы.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Данный показатель следует дополнительно поддерживать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путем максимального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упрощения нетестируемого слоя источников данных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3965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 выполнения естественно вырастит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при тестировании не используются реальные источники данных что и открываются новые возможности для оптимизации. Тесты можно выполнять параллельно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любом порядке.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можем ли мы пойти еще дальше и сделать их еще быстрее и проще в поддержке? И самое главное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для этого нам потребуется изменить?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Рассмотрим следующий пример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999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Реализовать форму регистрации с двумя полями: имя пользователя и пароль.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полного тестирования потребуется покрыть не только позитивный сценарий, но и также различные альтернативные ветви – например ошибки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пароля.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92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 быть такое что самих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окажется достаточно много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каждое мы будем пытаться проверять через средства визуальной верификации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время выполнения тестов увеличиться ощутимым образом.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другой стороны очевидно что сами правила имеют мало чего общего с представлением. Каким образом это можно использовать?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081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5475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решения возникшей проблемы попробуем разделить программу по очень простому правилу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одну сторону мы положим функции использующие компоненты представления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в другую те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которые от них не зависят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312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Итогом у нас является новый слой -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6845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Основным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его качественным отличием будет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зависимость от средств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интерфейса (компонентов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стилей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анимаций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сущностей рендеринга и тому подобное. Т. е. все то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мы проверяем визуально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6202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новообразовавшееся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оведение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свою очередь не имеет таких зависимостей (Таким образом мы можем обойтись небольшими быстрыми тестами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не прибегать к тяжелой артиллерии в виде визуальной верификации или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эмуляциии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В примере с регистрацией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ядро будет содержать те самые правила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они не имеют прямой зависимости от средств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3254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 отметить и направление зависимости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зависит от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не наоборот. В противном случае наше поведение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транизитвно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импортировало бы тяжелые элементы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фреймворка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сделало бы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изолированое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тестирование невозможным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5626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вспомним с чего мы начинали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программа была обычным монолитом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неделимыми единым блоком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5898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чего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шагом мы методично разделяли единое целое на составные компоненты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слои архитектуры. Так вот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всегда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разработчик пытается разделить какой то блок – будь то одна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маленькая функция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целая программа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должен руководствоваться их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отвественностями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получившихся частей.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7521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 должны иметь разными. Если по простому то ответственность определяется причиной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которой тот или иной компонент может быть изменен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4622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Возьмем слой представления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каким причинам нам может потребоваться изменять код в компонентах данного слоя? Ну например дизайнеру не понравилась общая композиция элементов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мы решили поддержать большее разнообразие экранов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организовать более доступный интерфейс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1851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другой стороны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насчет ядра? Конечно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 его потребуется отредактировать в случае если например функция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пароля изменится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если наша задача реализовать темную тему – данный слой не будет затронут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Ключевой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мыслью здесь является следующее – причины по которым изменяются слои представления и поведения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*редко* будут пересекаться по времени.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Гораздо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вероятней что за взятый момент времени будет меняться что-то одно, а не все сразу.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790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случае несоблюдения принципа ответственностей при разделении какого-то блока на части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обнаружить себя в ситуации где большинство задач заставляют разработчика как бы дробью вносить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изменения  в программу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требуемые изменения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безусловно усложнит всю работу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690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Тесты имеют объективные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предпосылки направлять разделения по ответственностям поэтому нам в целом беспокоится не о чем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8289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Каким образом можно организовать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процесс тестирования в получившейся программе?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3005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можем решить покрывать сквозные сценарии тестами с большей защитой от регресса (визуальные тесты) (они будут включать слои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View, Core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заглушки)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794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Остальные не визуальные альтернативные сценарии закрыть с помощью тестов в более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изолированном окружении.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примере с формой регистрации это выражается в небольшой группе визуальных тестов на саму форму регистрации и изолированных тестов функции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8982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Оценим новое решение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53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 прохождения тестов безусловно будет увеличена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ядро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зависит ни от чего конкретного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8682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взамен, пришлось смириться с тестами, больше завязанными на структурную часть программы. От этого мы получаем меньше сопротивляемости 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Но у этого есть и положительные следствия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2805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теперь упростим нашу схему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убрав лишние элементы но сохранив зависимости.</a:t>
            </a:r>
          </a:p>
          <a:p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Сравним его с другим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очень популярным решением которое называется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Чистая архитектура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1145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Конечно разница сразу бросается в глаза. Но давайте все же попытаемся отыскать схожие черты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092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 на 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 ближе компонент находится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 вводу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выводу к портам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системы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 больше конкретных зависимостей от инфраструктуры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он имеет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 дальше он находится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от центра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бы вылезая на границы всей системы.</a:t>
            </a:r>
          </a:p>
          <a:p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результат того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зависимости между компонентами всегда направлены в сторону повышения абстрактности. Итогом чего у нас получается картина при которой все стрелки направлены в сторону ядра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9438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делает само ядро достаточно ответственным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заставляя нас как инженеров предпринимать дополнительные меры по обеспечению его расширяемости. И тесты на самом деле сделали за нас часть этой работы!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6836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можем спокойно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пере-использовать одни и те же поведения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разными представлениями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разными источниками данных даже с разными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фреймворками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приложений. Это и есть результат той самой неполной архитектурной границы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Отсутствие сайд-эффектов в центре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также открывает дополнительные возможности для расширения через композицию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2194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Дело не заканчивается на этом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ы также можем с вами спокойно изменять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externals,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 реализуя кэширование данных и при этом исходный код представления и поведения не будет затронут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4990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Представление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также не является исключением и может быть использовано с разными внешними источниками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бывает полезно например при работе в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сторибук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где окружение обычно изолировано.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8217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эти преимущества мы получили как бы в подарок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 обеспечивая простоту тестирования приложения.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 положительный эффект объясняется простым фактом – тестирование есть нечто иное как процесс повторного использования того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тестируется. Соответственно если программу легко тестировать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означает что её компоненты легко использовать повторного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поэтому структуры тестируемых программ обладают качествами расширяемости.</a:t>
            </a:r>
          </a:p>
          <a:p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также будет полезна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следующая аналогия…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8284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означает что они сами в том числе и составляют те самые детали реализации от которых тесты не должны зависеть вовсе. Это то самое что мы можем и должны изменять в направлении упрощения программы в целях оптимизации производственного процесса.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851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Представьте что нам дали задание построить башенку высотой 20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см. Мы предварительно рассчитали кол-во блоков их расположение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 эти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детальки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сделали и построили конструкцию.</a:t>
            </a:r>
          </a:p>
          <a:p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потом к нам внезапно приходят и просят эту башенку вырастить еще на пару сантиметров. Мы на это не рассчитывали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свободных деталей у нас нет и не остается ничего другого…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6114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использовать части из уже поострённых элементов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8240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каждым подобным движением хрупкость всей системы будет расти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вместе с тем новая высота будет даваться нам с еще большим трудом.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так выглядит разработка в проектах с недостаточно расширяемой архитектурой. Можно сказать что тесты являются таким вторым заказчиком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который выставляет нам такие требования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которые требуют от нас коренной переделки всей структуры. Итогом такой работы является архитектура способная выдержать гораздо больше испытаний от того первого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настоящего заказчика.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5621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начали с вами с простого факта - 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каждым реализованным требованием, с каждым исправленным дефектом, сложность системы неуклонно растет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2589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выражается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возрастающем времени выполнения задач – время можно легко например перевести в деньги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599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Единственный способ борьбы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 сложностью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постоянная корректировка структуры в направлении упрощения поддержки и развития ПО. Это делается не один раз, не раз в неделю, а непрерывно на протяжении всего цикла разработки.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5310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Организовать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такой процесс стабильного и эффективного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рефакторинга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нельзя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имея при этом качественных тестов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защищающих от регресса и не </a:t>
            </a:r>
            <a:r>
              <a:rPr lang="ru-R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сильно затрудняю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 труда.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1221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 в свою очередь, требуют использования подходящих структурных парадигм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паттернов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6998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образом, у последних появляется четкая, измеряемая причина для существования - деньги.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более важно, эта причина понятна не только разработчикам, но и менеджерам, заказчикам и руководителям, тем, перед кем и требуется чаще всего обосновывать данные 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138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 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всегда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говорят напрямую, но от инженера ожидают понимания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данной взаимосвязи. Специалист должен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уметь мотивировать технические 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сложностью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программы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конце концов обеспечить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поддерживаемость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здоровое развитие системы на всем периоде её существования.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7707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ru-RU" baseline="0" dirty="0"/>
              <a:t> по </a:t>
            </a:r>
            <a:r>
              <a:rPr lang="en-US" baseline="0" dirty="0"/>
              <a:t>QR </a:t>
            </a:r>
            <a:r>
              <a:rPr lang="ru-RU" baseline="0" dirty="0"/>
              <a:t>коду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8894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0056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2802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8418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2604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5622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9070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7626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255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119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3387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317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6771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1707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8888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1727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97614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0732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79147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72777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65790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05257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10997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5597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60599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9088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6826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7087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65937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9732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4448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80789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3355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6003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96230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4628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3559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3328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6987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6692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9747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5173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1420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63177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214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Исходя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сказанного выше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нас образуется два слоя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1097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05017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6640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98446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5185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5233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78160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6082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52789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9851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40078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577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65574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Обратимся к нашей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текущей структуре и 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емного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сдвинем слой ядра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понадобится дополнительное место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409A1-088C-44D9-A8D7-99583A7259E8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4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3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6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2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1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9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57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3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4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0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7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1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F9C91-61B1-43BC-AD78-8CB0959C93C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4CF4-A36E-421B-8227-E20CE3303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hart" Target="../charts/chart4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chart" Target="../charts/char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hart" Target="../charts/char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chart" Target="../charts/char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chart" Target="../charts/chart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chart" Target="../charts/chart1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hart" Target="../charts/chart2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18.png"/><Relationship Id="rId4" Type="http://schemas.openxmlformats.org/officeDocument/2006/relationships/image" Target="../media/image41.png"/><Relationship Id="rId9" Type="http://schemas.openxmlformats.org/officeDocument/2006/relationships/image" Target="../media/image1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5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4.png"/><Relationship Id="rId4" Type="http://schemas.openxmlformats.org/officeDocument/2006/relationships/image" Target="../media/image1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6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7.png"/><Relationship Id="rId9" Type="http://schemas.openxmlformats.org/officeDocument/2006/relationships/image" Target="../media/image55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727363" y="865760"/>
            <a:ext cx="10434123" cy="1353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000" dirty="0">
                <a:latin typeface="TTTravels-DemiBold" panose="02000503030000020004" pitchFamily="2" charset="0"/>
              </a:rPr>
              <a:t>Тестируемая архитектура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727363" y="2270005"/>
            <a:ext cx="9144001" cy="1655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1pPr>
            <a:lvl2pPr marL="0" marR="0" indent="4572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2pPr>
            <a:lvl3pPr marL="0" marR="0" indent="9144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3pPr>
            <a:lvl4pPr marL="0" marR="0" indent="1371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4pPr>
            <a:lvl5pPr marL="0" marR="0" indent="18288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TTTravels-Regular"/>
                <a:ea typeface="TTTravels-Regular"/>
                <a:cs typeface="TTTravels-Regular"/>
                <a:sym typeface="TTTravels-Regular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TTravels-Regular"/>
                <a:sym typeface="TTTravels-Regular"/>
              </a:rPr>
              <a:t>Роман Хаимов</a:t>
            </a:r>
          </a:p>
        </p:txBody>
      </p:sp>
    </p:spTree>
    <p:extLst>
      <p:ext uri="{BB962C8B-B14F-4D97-AF65-F5344CB8AC3E}">
        <p14:creationId xmlns:p14="http://schemas.microsoft.com/office/powerpoint/2010/main" val="26862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2460" t="26429" r="26467" b="18557"/>
          <a:stretch/>
        </p:blipFill>
        <p:spPr>
          <a:xfrm>
            <a:off x="3117159" y="1290638"/>
            <a:ext cx="5957682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6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/>
          <p:cNvGrpSpPr/>
          <p:nvPr/>
        </p:nvGrpSpPr>
        <p:grpSpPr>
          <a:xfrm>
            <a:off x="2568575" y="2162402"/>
            <a:ext cx="7054850" cy="2533197"/>
            <a:chOff x="3409949" y="2634340"/>
            <a:chExt cx="7054850" cy="2533197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52117" y="2634340"/>
              <a:ext cx="2533197" cy="2533197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31602" y="2634340"/>
              <a:ext cx="2533197" cy="2533197"/>
            </a:xfrm>
            <a:prstGeom prst="rect">
              <a:avLst/>
            </a:prstGeom>
          </p:spPr>
        </p:pic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409949" y="3490229"/>
              <a:ext cx="1495880" cy="1495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076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17660" y="2325011"/>
            <a:ext cx="4156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Строение </a:t>
            </a:r>
            <a:r>
              <a:rPr lang="ru-RU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</a:t>
            </a:r>
            <a:endParaRPr lang="en-US" sz="48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50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559" y="3087572"/>
            <a:ext cx="1427866" cy="142786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25" y="2606807"/>
            <a:ext cx="1329178" cy="13291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737" y="3935985"/>
            <a:ext cx="1427866" cy="1427866"/>
          </a:xfrm>
          <a:prstGeom prst="rect">
            <a:avLst/>
          </a:prstGeom>
        </p:spPr>
      </p:pic>
      <p:pic>
        <p:nvPicPr>
          <p:cNvPr id="1026" name="Picture 2" descr="React — Википедия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76" y="2698275"/>
            <a:ext cx="1269296" cy="110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Typescript logo 2020.svg - Wikimedia Common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76" y="4012186"/>
            <a:ext cx="1156210" cy="115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Haskell-Logo.svg - Wikimedia Common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947" y="3394240"/>
            <a:ext cx="1534995" cy="108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017660" y="455338"/>
            <a:ext cx="4156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ПРОГРАММА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8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559" y="3087572"/>
            <a:ext cx="1427866" cy="142786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25" y="2606807"/>
            <a:ext cx="1329178" cy="13291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737" y="3935985"/>
            <a:ext cx="1427866" cy="1427866"/>
          </a:xfrm>
          <a:prstGeom prst="rect">
            <a:avLst/>
          </a:prstGeom>
        </p:spPr>
      </p:pic>
      <p:pic>
        <p:nvPicPr>
          <p:cNvPr id="1026" name="Picture 2" descr="React — Википедия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76" y="2698275"/>
            <a:ext cx="1269296" cy="110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Typescript logo 2020.svg - Wikimedia Commons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76" y="4012186"/>
            <a:ext cx="1156210" cy="115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Haskell-Logo.svg - Wikimedia Commons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947" y="3394240"/>
            <a:ext cx="1534995" cy="108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466040" y="1082644"/>
            <a:ext cx="3938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ПОВЕДЕНИЕ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06911" y="1913641"/>
            <a:ext cx="4119514" cy="417607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35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365695" y="455338"/>
            <a:ext cx="7460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Естественная</a:t>
            </a:r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 сложность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099" y="1064198"/>
            <a:ext cx="5793802" cy="57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45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559" y="3087572"/>
            <a:ext cx="1427866" cy="142786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25" y="2606807"/>
            <a:ext cx="1329178" cy="13291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737" y="3935985"/>
            <a:ext cx="1427866" cy="1427866"/>
          </a:xfrm>
          <a:prstGeom prst="rect">
            <a:avLst/>
          </a:prstGeom>
        </p:spPr>
      </p:pic>
      <p:pic>
        <p:nvPicPr>
          <p:cNvPr id="1026" name="Picture 2" descr="React — Википедия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76" y="2698275"/>
            <a:ext cx="1269296" cy="110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Typescript logo 2020.svg - Wikimedia Commons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76" y="4012186"/>
            <a:ext cx="1156210" cy="115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Haskell-Logo.svg - Wikimedia Commons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947" y="3394240"/>
            <a:ext cx="1534995" cy="108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838226" y="1952235"/>
            <a:ext cx="4119514" cy="417607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301991" y="1082644"/>
            <a:ext cx="3965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СТРУКТУРА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03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099" y="1064198"/>
            <a:ext cx="5793802" cy="579380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913912" y="1483964"/>
            <a:ext cx="4850243" cy="491683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062" y="3101418"/>
            <a:ext cx="1602262" cy="160226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034" y="2253006"/>
            <a:ext cx="1526848" cy="152684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55738">
            <a:off x="4328930" y="3509416"/>
            <a:ext cx="2474217" cy="24742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60093" y="455338"/>
            <a:ext cx="7871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Искусственная</a:t>
            </a:r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 сложность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77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674523" y="2644170"/>
            <a:ext cx="12308402" cy="1569660"/>
            <a:chOff x="674523" y="2725874"/>
            <a:chExt cx="12308402" cy="1569660"/>
          </a:xfrm>
        </p:grpSpPr>
        <p:sp>
          <p:nvSpPr>
            <p:cNvPr id="4" name="TextBox 3"/>
            <p:cNvSpPr txBox="1"/>
            <p:nvPr/>
          </p:nvSpPr>
          <p:spPr>
            <a:xfrm>
              <a:off x="674523" y="3095207"/>
              <a:ext cx="38823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СТРУКТУРА</a:t>
              </a:r>
              <a:endPara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11111" y="2725874"/>
              <a:ext cx="787181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dirty="0">
                  <a:latin typeface="Roboto" panose="02000000000000000000" pitchFamily="2" charset="0"/>
                  <a:ea typeface="Roboto" panose="02000000000000000000" pitchFamily="2" charset="0"/>
                </a:rPr>
                <a:t>Искусственная</a:t>
              </a:r>
            </a:p>
            <a:p>
              <a:pPr algn="ctr"/>
              <a:r>
                <a:rPr lang="ru-RU" sz="4800" dirty="0">
                  <a:latin typeface="Roboto" panose="02000000000000000000" pitchFamily="2" charset="0"/>
                  <a:ea typeface="Roboto" panose="02000000000000000000" pitchFamily="2" charset="0"/>
                </a:rPr>
                <a:t>сложность</a:t>
              </a:r>
              <a:endParaRPr lang="en-US" sz="48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4957056" y="2866117"/>
              <a:ext cx="1289175" cy="1289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1880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674523" y="2644170"/>
            <a:ext cx="12308402" cy="1569660"/>
            <a:chOff x="674523" y="2725874"/>
            <a:chExt cx="12308402" cy="1569660"/>
          </a:xfrm>
        </p:grpSpPr>
        <p:sp>
          <p:nvSpPr>
            <p:cNvPr id="4" name="TextBox 3"/>
            <p:cNvSpPr txBox="1"/>
            <p:nvPr/>
          </p:nvSpPr>
          <p:spPr>
            <a:xfrm>
              <a:off x="674523" y="3095207"/>
              <a:ext cx="38823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СТРУКТУРА</a:t>
              </a:r>
              <a:endPara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11111" y="2725874"/>
              <a:ext cx="787181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dirty="0">
                  <a:latin typeface="Roboto" panose="02000000000000000000" pitchFamily="2" charset="0"/>
                  <a:ea typeface="Roboto" panose="02000000000000000000" pitchFamily="2" charset="0"/>
                </a:rPr>
                <a:t>Искусственная</a:t>
              </a:r>
            </a:p>
            <a:p>
              <a:pPr algn="ctr"/>
              <a:r>
                <a:rPr lang="ru-RU" sz="4800" dirty="0">
                  <a:latin typeface="Roboto" panose="02000000000000000000" pitchFamily="2" charset="0"/>
                  <a:ea typeface="Roboto" panose="02000000000000000000" pitchFamily="2" charset="0"/>
                </a:rPr>
                <a:t>сложность</a:t>
              </a:r>
              <a:endParaRPr lang="en-US" sz="48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4957056" y="2866117"/>
              <a:ext cx="1289175" cy="1289175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766464" y="4266136"/>
            <a:ext cx="3938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ПОВЕДЕНИЕ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658" y="4094370"/>
            <a:ext cx="942795" cy="94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30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21089" y="2325011"/>
            <a:ext cx="4749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РЕФАКТОРИНГ</a:t>
            </a:r>
            <a:endParaRPr lang="en-US" sz="48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003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3152775" y="485775"/>
            <a:ext cx="5886450" cy="5886450"/>
            <a:chOff x="3152775" y="485775"/>
            <a:chExt cx="5886450" cy="5886450"/>
          </a:xfrm>
        </p:grpSpPr>
        <p:grpSp>
          <p:nvGrpSpPr>
            <p:cNvPr id="6" name="Группа 5"/>
            <p:cNvGrpSpPr/>
            <p:nvPr/>
          </p:nvGrpSpPr>
          <p:grpSpPr>
            <a:xfrm>
              <a:off x="3152775" y="485775"/>
              <a:ext cx="5886450" cy="5886450"/>
              <a:chOff x="3152775" y="485775"/>
              <a:chExt cx="5886450" cy="5886450"/>
            </a:xfrm>
          </p:grpSpPr>
          <p:pic>
            <p:nvPicPr>
              <p:cNvPr id="3" name="Рисунок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2775" y="485775"/>
                <a:ext cx="5886450" cy="5886450"/>
              </a:xfrm>
              <a:prstGeom prst="rect">
                <a:avLst/>
              </a:prstGeom>
            </p:spPr>
          </p:pic>
          <p:sp>
            <p:nvSpPr>
              <p:cNvPr id="4" name="Прямоугольник 3"/>
              <p:cNvSpPr/>
              <p:nvPr/>
            </p:nvSpPr>
            <p:spPr>
              <a:xfrm>
                <a:off x="5245100" y="2438400"/>
                <a:ext cx="1676400" cy="1993900"/>
              </a:xfrm>
              <a:prstGeom prst="rect">
                <a:avLst/>
              </a:prstGeom>
              <a:solidFill>
                <a:srgbClr val="D0CF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4994287" y="3013501"/>
              <a:ext cx="22034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latin typeface="Roboto" panose="02000000000000000000" pitchFamily="2" charset="0"/>
                  <a:ea typeface="Roboto" panose="02000000000000000000" pitchFamily="2" charset="0"/>
                </a:rPr>
                <a:t>CHECK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384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75" y="485775"/>
            <a:ext cx="588645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27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75" y="485775"/>
            <a:ext cx="588645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64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289188" y="2325009"/>
            <a:ext cx="761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Свойства</a:t>
            </a:r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 тестов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15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980" y="455338"/>
            <a:ext cx="687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Защита от регресса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3745027" y="2261540"/>
            <a:ext cx="4701945" cy="3310584"/>
            <a:chOff x="4564195" y="1956740"/>
            <a:chExt cx="4701945" cy="3310584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00000">
              <a:off x="7415115" y="1972832"/>
              <a:ext cx="1851025" cy="1851025"/>
            </a:xfrm>
            <a:prstGeom prst="rect">
              <a:avLst/>
            </a:prstGeom>
          </p:spPr>
        </p:pic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57468">
              <a:off x="6603734" y="3237107"/>
              <a:ext cx="1851025" cy="1851025"/>
            </a:xfrm>
            <a:prstGeom prst="rect">
              <a:avLst/>
            </a:prstGeom>
          </p:spPr>
        </p:pic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4195" y="1956740"/>
              <a:ext cx="3310584" cy="33105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6424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4690" y="455338"/>
            <a:ext cx="10902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Сопротивляемость </a:t>
            </a:r>
            <a:r>
              <a:rPr lang="ru-RU" sz="4800" dirty="0" err="1">
                <a:latin typeface="Roboto" panose="02000000000000000000" pitchFamily="2" charset="0"/>
                <a:ea typeface="Roboto" panose="02000000000000000000" pitchFamily="2" charset="0"/>
              </a:rPr>
              <a:t>рефакторингу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87" y="2778431"/>
            <a:ext cx="28670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95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980" y="455338"/>
            <a:ext cx="687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 err="1">
                <a:latin typeface="Roboto" panose="02000000000000000000" pitchFamily="2" charset="0"/>
                <a:ea typeface="Roboto" panose="02000000000000000000" pitchFamily="2" charset="0"/>
              </a:rPr>
              <a:t>Поддерживаемость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881" y="1845135"/>
            <a:ext cx="4310237" cy="431023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59" b="70914"/>
          <a:stretch/>
        </p:blipFill>
        <p:spPr>
          <a:xfrm>
            <a:off x="3940881" y="1845135"/>
            <a:ext cx="2294819" cy="125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980" y="455338"/>
            <a:ext cx="687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Быстродействие 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2504209" y="1854199"/>
            <a:ext cx="5952403" cy="4721225"/>
            <a:chOff x="2504209" y="1854199"/>
            <a:chExt cx="5952403" cy="4721225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735387" y="1854199"/>
              <a:ext cx="4721225" cy="4721225"/>
            </a:xfrm>
            <a:prstGeom prst="rect">
              <a:avLst/>
            </a:prstGeom>
          </p:spPr>
        </p:pic>
        <p:pic>
          <p:nvPicPr>
            <p:cNvPr id="4" name="Рисунок 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2" b="28032"/>
            <a:stretch/>
          </p:blipFill>
          <p:spPr>
            <a:xfrm rot="13500000">
              <a:off x="2514648" y="2356788"/>
              <a:ext cx="2441479" cy="24623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9586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9188" y="466242"/>
            <a:ext cx="761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</p:spTree>
    <p:extLst>
      <p:ext uri="{BB962C8B-B14F-4D97-AF65-F5344CB8AC3E}">
        <p14:creationId xmlns:p14="http://schemas.microsoft.com/office/powerpoint/2010/main" val="2024113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1727000691"/>
              </p:ext>
            </p:extLst>
          </p:nvPr>
        </p:nvGraphicFramePr>
        <p:xfrm>
          <a:off x="2436761" y="1438201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9188" y="466242"/>
            <a:ext cx="761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</p:spTree>
    <p:extLst>
      <p:ext uri="{BB962C8B-B14F-4D97-AF65-F5344CB8AC3E}">
        <p14:creationId xmlns:p14="http://schemas.microsoft.com/office/powerpoint/2010/main" val="934515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Диаграмма 5"/>
          <p:cNvGraphicFramePr/>
          <p:nvPr>
            <p:extLst>
              <p:ext uri="{D42A27DB-BD31-4B8C-83A1-F6EECF244321}">
                <p14:modId xmlns:p14="http://schemas.microsoft.com/office/powerpoint/2010/main" val="2408933449"/>
              </p:ext>
            </p:extLst>
          </p:nvPr>
        </p:nvGraphicFramePr>
        <p:xfrm>
          <a:off x="2436761" y="1438201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94" y="2733367"/>
            <a:ext cx="1944021" cy="1944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9188" y="466242"/>
            <a:ext cx="761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</p:spTree>
    <p:extLst>
      <p:ext uri="{BB962C8B-B14F-4D97-AF65-F5344CB8AC3E}">
        <p14:creationId xmlns:p14="http://schemas.microsoft.com/office/powerpoint/2010/main" val="894786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Диаграмма 6"/>
          <p:cNvGraphicFramePr/>
          <p:nvPr>
            <p:extLst>
              <p:ext uri="{D42A27DB-BD31-4B8C-83A1-F6EECF244321}">
                <p14:modId xmlns:p14="http://schemas.microsoft.com/office/powerpoint/2010/main" val="1894586425"/>
              </p:ext>
            </p:extLst>
          </p:nvPr>
        </p:nvGraphicFramePr>
        <p:xfrm>
          <a:off x="2436761" y="1438201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94" y="2733367"/>
            <a:ext cx="1944021" cy="194402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157" y="3705377"/>
            <a:ext cx="2202426" cy="22024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9188" y="466242"/>
            <a:ext cx="761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</p:spTree>
    <p:extLst>
      <p:ext uri="{BB962C8B-B14F-4D97-AF65-F5344CB8AC3E}">
        <p14:creationId xmlns:p14="http://schemas.microsoft.com/office/powerpoint/2010/main" val="1451080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87" y="1500188"/>
            <a:ext cx="3857625" cy="3857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9188" y="466242"/>
            <a:ext cx="761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</p:spTree>
    <p:extLst>
      <p:ext uri="{BB962C8B-B14F-4D97-AF65-F5344CB8AC3E}">
        <p14:creationId xmlns:p14="http://schemas.microsoft.com/office/powerpoint/2010/main" val="458361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Диаграмма 14"/>
          <p:cNvGraphicFramePr/>
          <p:nvPr>
            <p:extLst>
              <p:ext uri="{D42A27DB-BD31-4B8C-83A1-F6EECF244321}">
                <p14:modId xmlns:p14="http://schemas.microsoft.com/office/powerpoint/2010/main" val="3818714815"/>
              </p:ext>
            </p:extLst>
          </p:nvPr>
        </p:nvGraphicFramePr>
        <p:xfrm>
          <a:off x="2436761" y="1438201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94" y="2733367"/>
            <a:ext cx="1944021" cy="194402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157" y="3705377"/>
            <a:ext cx="2202426" cy="2202426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971" y="1872260"/>
            <a:ext cx="811028" cy="811028"/>
          </a:xfrm>
          <a:prstGeom prst="rect">
            <a:avLst/>
          </a:prstGeom>
        </p:spPr>
      </p:pic>
      <p:grpSp>
        <p:nvGrpSpPr>
          <p:cNvPr id="22" name="Группа 21"/>
          <p:cNvGrpSpPr/>
          <p:nvPr/>
        </p:nvGrpSpPr>
        <p:grpSpPr>
          <a:xfrm>
            <a:off x="4341089" y="2319328"/>
            <a:ext cx="1149881" cy="912043"/>
            <a:chOff x="2504209" y="1854199"/>
            <a:chExt cx="5952403" cy="4721225"/>
          </a:xfrm>
        </p:grpSpPr>
        <p:pic>
          <p:nvPicPr>
            <p:cNvPr id="23" name="Рисунок 2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735387" y="1854199"/>
              <a:ext cx="4721225" cy="4721225"/>
            </a:xfrm>
            <a:prstGeom prst="rect">
              <a:avLst/>
            </a:prstGeom>
          </p:spPr>
        </p:pic>
        <p:pic>
          <p:nvPicPr>
            <p:cNvPr id="24" name="Рисунок 23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2" b="28032"/>
            <a:stretch/>
          </p:blipFill>
          <p:spPr>
            <a:xfrm rot="13500000">
              <a:off x="2514648" y="2356788"/>
              <a:ext cx="2441479" cy="2462358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2289188" y="466242"/>
            <a:ext cx="7613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</p:spTree>
    <p:extLst>
      <p:ext uri="{BB962C8B-B14F-4D97-AF65-F5344CB8AC3E}">
        <p14:creationId xmlns:p14="http://schemas.microsoft.com/office/powerpoint/2010/main" val="3024151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2142100" y="3992121"/>
            <a:ext cx="7907801" cy="997527"/>
            <a:chOff x="1519531" y="3992121"/>
            <a:chExt cx="7907801" cy="997527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519531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Use Case #0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4475904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Use Case #1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7432277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Use Case #2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5098472" y="1106331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Data Source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1" name="Соединительная линия уступом 10"/>
          <p:cNvCxnSpPr>
            <a:stCxn id="5" idx="0"/>
            <a:endCxn id="10" idx="2"/>
          </p:cNvCxnSpPr>
          <p:nvPr/>
        </p:nvCxnSpPr>
        <p:spPr>
          <a:xfrm rot="5400000" flipH="1" flipV="1">
            <a:off x="3673683" y="1569804"/>
            <a:ext cx="1888263" cy="295637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6" idx="0"/>
            <a:endCxn id="10" idx="2"/>
          </p:cNvCxnSpPr>
          <p:nvPr/>
        </p:nvCxnSpPr>
        <p:spPr>
          <a:xfrm rot="16200000" flipV="1">
            <a:off x="5151870" y="3047989"/>
            <a:ext cx="1888263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/>
          <p:cNvCxnSpPr>
            <a:stCxn id="7" idx="0"/>
            <a:endCxn id="10" idx="2"/>
          </p:cNvCxnSpPr>
          <p:nvPr/>
        </p:nvCxnSpPr>
        <p:spPr>
          <a:xfrm rot="16200000" flipV="1">
            <a:off x="6630056" y="1569803"/>
            <a:ext cx="1888263" cy="295637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281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2142100" y="3992121"/>
            <a:ext cx="7907801" cy="997527"/>
            <a:chOff x="1519531" y="3992121"/>
            <a:chExt cx="7907801" cy="997527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519531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Use Case #0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4475904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Use Case #1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7432277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Use Case #2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5098472" y="1106331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Data Source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1" name="Соединительная линия уступом 10"/>
          <p:cNvCxnSpPr>
            <a:stCxn id="5" idx="0"/>
            <a:endCxn id="10" idx="2"/>
          </p:cNvCxnSpPr>
          <p:nvPr/>
        </p:nvCxnSpPr>
        <p:spPr>
          <a:xfrm rot="5400000" flipH="1" flipV="1">
            <a:off x="3673683" y="1569804"/>
            <a:ext cx="1888263" cy="295637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6" idx="0"/>
            <a:endCxn id="10" idx="2"/>
          </p:cNvCxnSpPr>
          <p:nvPr/>
        </p:nvCxnSpPr>
        <p:spPr>
          <a:xfrm rot="16200000" flipV="1">
            <a:off x="5151870" y="3047989"/>
            <a:ext cx="1888263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/>
          <p:cNvCxnSpPr>
            <a:stCxn id="7" idx="0"/>
            <a:endCxn id="10" idx="2"/>
          </p:cNvCxnSpPr>
          <p:nvPr/>
        </p:nvCxnSpPr>
        <p:spPr>
          <a:xfrm rot="16200000" flipV="1">
            <a:off x="6630056" y="1569803"/>
            <a:ext cx="1888263" cy="295637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575" y="4989648"/>
            <a:ext cx="1526848" cy="152684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2142099" y="586841"/>
            <a:ext cx="7907802" cy="3394941"/>
          </a:xfrm>
          <a:prstGeom prst="rect">
            <a:avLst/>
          </a:prstGeom>
          <a:solidFill>
            <a:srgbClr val="FFFFFF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167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32968" y="2325009"/>
            <a:ext cx="912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Идемпотентность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193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2142100" y="3992121"/>
            <a:ext cx="7907801" cy="997527"/>
            <a:chOff x="1519531" y="3992121"/>
            <a:chExt cx="7907801" cy="997527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519531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Add user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4475904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Use Case #1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7432277" y="3992121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Show users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5098472" y="1106331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Data Source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1" name="Соединительная линия уступом 10"/>
          <p:cNvCxnSpPr>
            <a:stCxn id="5" idx="0"/>
            <a:endCxn id="10" idx="2"/>
          </p:cNvCxnSpPr>
          <p:nvPr/>
        </p:nvCxnSpPr>
        <p:spPr>
          <a:xfrm rot="5400000" flipH="1" flipV="1">
            <a:off x="3673683" y="1569804"/>
            <a:ext cx="1888263" cy="295637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6" idx="0"/>
            <a:endCxn id="10" idx="2"/>
          </p:cNvCxnSpPr>
          <p:nvPr/>
        </p:nvCxnSpPr>
        <p:spPr>
          <a:xfrm rot="16200000" flipV="1">
            <a:off x="5151870" y="3047989"/>
            <a:ext cx="1888263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/>
          <p:cNvCxnSpPr>
            <a:stCxn id="7" idx="0"/>
            <a:endCxn id="10" idx="2"/>
          </p:cNvCxnSpPr>
          <p:nvPr/>
        </p:nvCxnSpPr>
        <p:spPr>
          <a:xfrm rot="16200000" flipV="1">
            <a:off x="6630056" y="1569803"/>
            <a:ext cx="1888263" cy="295637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5" idx="2"/>
            <a:endCxn id="7" idx="2"/>
          </p:cNvCxnSpPr>
          <p:nvPr/>
        </p:nvCxnSpPr>
        <p:spPr>
          <a:xfrm rot="16200000" flipH="1">
            <a:off x="6096001" y="2033275"/>
            <a:ext cx="12700" cy="5912746"/>
          </a:xfrm>
          <a:prstGeom prst="bentConnector3">
            <a:avLst>
              <a:gd name="adj1" fmla="val 9486638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787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532968" y="2314253"/>
            <a:ext cx="912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console.</a:t>
            </a:r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2446097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901" y="2111603"/>
            <a:ext cx="2520000" cy="252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776" y="2111603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26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1532968" y="2342450"/>
            <a:ext cx="9126064" cy="2173100"/>
            <a:chOff x="1532968" y="1253527"/>
            <a:chExt cx="9126064" cy="2173100"/>
          </a:xfrm>
        </p:grpSpPr>
        <p:sp>
          <p:nvSpPr>
            <p:cNvPr id="4" name="TextBox 3"/>
            <p:cNvSpPr txBox="1"/>
            <p:nvPr/>
          </p:nvSpPr>
          <p:spPr>
            <a:xfrm>
              <a:off x="1532968" y="1253527"/>
              <a:ext cx="91260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dirty="0">
                  <a:latin typeface="Roboto" panose="02000000000000000000" pitchFamily="2" charset="0"/>
                  <a:ea typeface="Roboto" panose="02000000000000000000" pitchFamily="2" charset="0"/>
                </a:rPr>
                <a:t>Идемпотентность</a:t>
              </a:r>
              <a:endParaRPr lang="en-US" sz="48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532968" y="2595630"/>
              <a:ext cx="91260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dirty="0">
                  <a:latin typeface="Roboto" panose="02000000000000000000" pitchFamily="2" charset="0"/>
                  <a:ea typeface="Roboto" panose="02000000000000000000" pitchFamily="2" charset="0"/>
                </a:rPr>
                <a:t>Отсутствие сайд-эффектов</a:t>
              </a:r>
              <a:endParaRPr lang="en-US" sz="48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805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216460" y="1560850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Программа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216461" y="393802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Источники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3519794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216460" y="1560850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Программа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216461" y="393802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Источники данных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49"/>
          <a:stretch/>
        </p:blipFill>
        <p:spPr>
          <a:xfrm>
            <a:off x="5232822" y="3948413"/>
            <a:ext cx="331511" cy="65449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49"/>
          <a:stretch/>
        </p:blipFill>
        <p:spPr>
          <a:xfrm flipH="1">
            <a:off x="6880004" y="3948412"/>
            <a:ext cx="331511" cy="65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39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216460" y="1560850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Программа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216461" y="393802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Источники данных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925" y="2748137"/>
            <a:ext cx="1000124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50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t="8066" b="7973"/>
          <a:stretch/>
        </p:blipFill>
        <p:spPr>
          <a:xfrm>
            <a:off x="3255056" y="638629"/>
            <a:ext cx="5681888" cy="5638800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4481946" y="924791"/>
            <a:ext cx="118456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381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8066" b="7973"/>
          <a:stretch/>
        </p:blipFill>
        <p:spPr>
          <a:xfrm>
            <a:off x="3255056" y="638629"/>
            <a:ext cx="5681888" cy="5638800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6699502" y="1381991"/>
            <a:ext cx="156902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/>
          <p:cNvCxnSpPr/>
          <p:nvPr/>
        </p:nvCxnSpPr>
        <p:spPr>
          <a:xfrm>
            <a:off x="4481948" y="5462155"/>
            <a:ext cx="157941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038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8066" b="7973"/>
          <a:stretch/>
        </p:blipFill>
        <p:spPr>
          <a:xfrm>
            <a:off x="3255056" y="638629"/>
            <a:ext cx="5681888" cy="5638800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4521368" y="924791"/>
            <a:ext cx="112221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/>
          <p:cNvCxnSpPr/>
          <p:nvPr/>
        </p:nvCxnSpPr>
        <p:spPr>
          <a:xfrm>
            <a:off x="4489206" y="5462155"/>
            <a:ext cx="157941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555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216460" y="1560850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Программа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216461" y="393802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Источники данных</a:t>
            </a:r>
          </a:p>
        </p:txBody>
      </p:sp>
      <p:cxnSp>
        <p:nvCxnSpPr>
          <p:cNvPr id="4" name="Соединительная линия уступом 3"/>
          <p:cNvCxnSpPr>
            <a:stCxn id="7" idx="2"/>
            <a:endCxn id="8" idx="0"/>
          </p:cNvCxnSpPr>
          <p:nvPr/>
        </p:nvCxnSpPr>
        <p:spPr>
          <a:xfrm rot="16200000" flipH="1">
            <a:off x="5524166" y="3248198"/>
            <a:ext cx="1379645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786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37" y="950053"/>
            <a:ext cx="6577835" cy="5667058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4374369" y="2280263"/>
            <a:ext cx="118456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994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37" y="950053"/>
            <a:ext cx="6577835" cy="5667058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3792683" y="1392381"/>
            <a:ext cx="157941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>
            <a:off x="5732319" y="2334490"/>
            <a:ext cx="157941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3798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5098473" y="1503700"/>
            <a:ext cx="1995056" cy="2593035"/>
            <a:chOff x="5216459" y="1503700"/>
            <a:chExt cx="1995056" cy="2593035"/>
          </a:xfrm>
        </p:grpSpPr>
        <p:sp>
          <p:nvSpPr>
            <p:cNvPr id="15" name="Прямоугольник 14"/>
            <p:cNvSpPr/>
            <p:nvPr/>
          </p:nvSpPr>
          <p:spPr>
            <a:xfrm>
              <a:off x="5216460" y="1503700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Программа</a:t>
              </a:r>
            </a:p>
          </p:txBody>
        </p:sp>
        <p:cxnSp>
          <p:nvCxnSpPr>
            <p:cNvPr id="16" name="Соединительная линия уступом 15"/>
            <p:cNvCxnSpPr>
              <a:stCxn id="15" idx="2"/>
              <a:endCxn id="17" idx="0"/>
            </p:cNvCxnSpPr>
            <p:nvPr/>
          </p:nvCxnSpPr>
          <p:spPr>
            <a:xfrm rot="5400000">
              <a:off x="5914998" y="2800217"/>
              <a:ext cx="597981" cy="1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Прямоугольник 16"/>
            <p:cNvSpPr/>
            <p:nvPr/>
          </p:nvSpPr>
          <p:spPr>
            <a:xfrm>
              <a:off x="5216459" y="3099208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26" name="Соединительная линия уступом 25"/>
          <p:cNvCxnSpPr/>
          <p:nvPr/>
        </p:nvCxnSpPr>
        <p:spPr>
          <a:xfrm rot="5400000" flipH="1" flipV="1">
            <a:off x="5690931" y="4497960"/>
            <a:ext cx="812600" cy="245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5098473" y="4694716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Источники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31437686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5098473" y="1503700"/>
            <a:ext cx="4809537" cy="4292849"/>
            <a:chOff x="5216459" y="1503700"/>
            <a:chExt cx="4809537" cy="42928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6459" y="1503700"/>
              <a:ext cx="1995056" cy="2593035"/>
              <a:chOff x="5216459" y="1503700"/>
              <a:chExt cx="1995056" cy="2593035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0370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0021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09920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31" name="Группа 30"/>
            <p:cNvGrpSpPr/>
            <p:nvPr/>
          </p:nvGrpSpPr>
          <p:grpSpPr>
            <a:xfrm>
              <a:off x="6216444" y="4092886"/>
              <a:ext cx="3809552" cy="1703663"/>
              <a:chOff x="8382448" y="2254916"/>
              <a:chExt cx="3809552" cy="1703663"/>
            </a:xfrm>
          </p:grpSpPr>
          <p:sp>
            <p:nvSpPr>
              <p:cNvPr id="32" name="Прямоугольник 3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33" name="Соединительная линия уступом 32"/>
              <p:cNvCxnSpPr>
                <a:stCxn id="3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979074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5098473" y="1503700"/>
            <a:ext cx="4809537" cy="4292849"/>
            <a:chOff x="5216459" y="1503700"/>
            <a:chExt cx="4809537" cy="42928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6459" y="1503700"/>
              <a:ext cx="1995056" cy="2593035"/>
              <a:chOff x="5216459" y="1503700"/>
              <a:chExt cx="1995056" cy="2593035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0370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0021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09920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31" name="Группа 30"/>
            <p:cNvGrpSpPr/>
            <p:nvPr/>
          </p:nvGrpSpPr>
          <p:grpSpPr>
            <a:xfrm>
              <a:off x="6216444" y="4092886"/>
              <a:ext cx="3809552" cy="1703663"/>
              <a:chOff x="8382448" y="2254916"/>
              <a:chExt cx="3809552" cy="1703663"/>
            </a:xfrm>
          </p:grpSpPr>
          <p:sp>
            <p:nvSpPr>
              <p:cNvPr id="32" name="Прямоугольник 3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33" name="Соединительная линия уступом 32"/>
              <p:cNvCxnSpPr>
                <a:stCxn id="3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Прямоугольник 14"/>
          <p:cNvSpPr/>
          <p:nvPr/>
        </p:nvSpPr>
        <p:spPr>
          <a:xfrm>
            <a:off x="7912954" y="150369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Main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6" name="Соединительная линия уступом 15"/>
          <p:cNvCxnSpPr>
            <a:stCxn id="15" idx="1"/>
            <a:endCxn id="7" idx="3"/>
          </p:cNvCxnSpPr>
          <p:nvPr/>
        </p:nvCxnSpPr>
        <p:spPr>
          <a:xfrm rot="10800000" flipV="1">
            <a:off x="7093530" y="2002460"/>
            <a:ext cx="819425" cy="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5" idx="2"/>
            <a:endCxn id="32" idx="0"/>
          </p:cNvCxnSpPr>
          <p:nvPr/>
        </p:nvCxnSpPr>
        <p:spPr>
          <a:xfrm rot="16200000" flipH="1">
            <a:off x="7761583" y="3650122"/>
            <a:ext cx="229779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7682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2283990" y="1503700"/>
            <a:ext cx="7624020" cy="4292849"/>
            <a:chOff x="2401976" y="1503700"/>
            <a:chExt cx="7624020" cy="42928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6459" y="1503700"/>
              <a:ext cx="1995056" cy="2593035"/>
              <a:chOff x="5216459" y="1503700"/>
              <a:chExt cx="1995056" cy="2593035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0370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0021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09920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31" name="Группа 3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32" name="Прямоугольник 3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33" name="Соединительная линия уступом 32"/>
              <p:cNvCxnSpPr>
                <a:stCxn id="3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Прямоугольник 3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35" name="Соединительная линия уступом 3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Прямоугольник 14"/>
          <p:cNvSpPr/>
          <p:nvPr/>
        </p:nvSpPr>
        <p:spPr>
          <a:xfrm>
            <a:off x="7912954" y="150369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Main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6" name="Соединительная линия уступом 15"/>
          <p:cNvCxnSpPr>
            <a:stCxn id="15" idx="1"/>
            <a:endCxn id="7" idx="3"/>
          </p:cNvCxnSpPr>
          <p:nvPr/>
        </p:nvCxnSpPr>
        <p:spPr>
          <a:xfrm rot="10800000" flipV="1">
            <a:off x="7093530" y="2002460"/>
            <a:ext cx="819425" cy="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5" idx="2"/>
            <a:endCxn id="32" idx="0"/>
          </p:cNvCxnSpPr>
          <p:nvPr/>
        </p:nvCxnSpPr>
        <p:spPr>
          <a:xfrm rot="16200000" flipH="1">
            <a:off x="7761583" y="3650122"/>
            <a:ext cx="229779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0968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2283989" y="150369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Тесты</a:t>
            </a:r>
          </a:p>
        </p:txBody>
      </p:sp>
      <p:cxnSp>
        <p:nvCxnSpPr>
          <p:cNvPr id="19" name="Соединительная линия уступом 18"/>
          <p:cNvCxnSpPr>
            <a:stCxn id="18" idx="3"/>
            <a:endCxn id="7" idx="1"/>
          </p:cNvCxnSpPr>
          <p:nvPr/>
        </p:nvCxnSpPr>
        <p:spPr>
          <a:xfrm>
            <a:off x="4279044" y="2002463"/>
            <a:ext cx="819430" cy="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2283990" y="1503700"/>
            <a:ext cx="7624020" cy="4292849"/>
            <a:chOff x="2401976" y="1503700"/>
            <a:chExt cx="7624020" cy="42928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6459" y="1503700"/>
              <a:ext cx="1995056" cy="2593035"/>
              <a:chOff x="5216459" y="1503700"/>
              <a:chExt cx="1995056" cy="2593035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0370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0021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09920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31" name="Группа 3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32" name="Прямоугольник 3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33" name="Соединительная линия уступом 32"/>
              <p:cNvCxnSpPr>
                <a:stCxn id="3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Прямоугольник 3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35" name="Соединительная линия уступом 3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" name="Соединительная линия уступом 19"/>
          <p:cNvCxnSpPr>
            <a:stCxn id="18" idx="2"/>
            <a:endCxn id="34" idx="0"/>
          </p:cNvCxnSpPr>
          <p:nvPr/>
        </p:nvCxnSpPr>
        <p:spPr>
          <a:xfrm rot="16200000" flipH="1">
            <a:off x="2132620" y="3650122"/>
            <a:ext cx="2297795" cy="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912954" y="150369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Main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6" name="Соединительная линия уступом 15"/>
          <p:cNvCxnSpPr>
            <a:stCxn id="15" idx="1"/>
            <a:endCxn id="7" idx="3"/>
          </p:cNvCxnSpPr>
          <p:nvPr/>
        </p:nvCxnSpPr>
        <p:spPr>
          <a:xfrm rot="10800000" flipV="1">
            <a:off x="7093530" y="2002460"/>
            <a:ext cx="819425" cy="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5" idx="2"/>
            <a:endCxn id="32" idx="0"/>
          </p:cNvCxnSpPr>
          <p:nvPr/>
        </p:nvCxnSpPr>
        <p:spPr>
          <a:xfrm rot="16200000" flipH="1">
            <a:off x="7761583" y="3650122"/>
            <a:ext cx="229779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4279043" y="644055"/>
            <a:ext cx="3631453" cy="5237199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7919099" y="3801495"/>
            <a:ext cx="984009" cy="790151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3313914" y="3720639"/>
            <a:ext cx="984009" cy="790151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238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2283989" y="150369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Тесты</a:t>
            </a:r>
          </a:p>
        </p:txBody>
      </p:sp>
      <p:cxnSp>
        <p:nvCxnSpPr>
          <p:cNvPr id="19" name="Соединительная линия уступом 18"/>
          <p:cNvCxnSpPr>
            <a:stCxn id="18" idx="3"/>
            <a:endCxn id="7" idx="1"/>
          </p:cNvCxnSpPr>
          <p:nvPr/>
        </p:nvCxnSpPr>
        <p:spPr>
          <a:xfrm>
            <a:off x="4279044" y="2002463"/>
            <a:ext cx="819430" cy="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2283990" y="1503700"/>
            <a:ext cx="7624020" cy="4292849"/>
            <a:chOff x="2401976" y="1503700"/>
            <a:chExt cx="7624020" cy="42928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6459" y="1503700"/>
              <a:ext cx="1995056" cy="2593035"/>
              <a:chOff x="5216459" y="1503700"/>
              <a:chExt cx="1995056" cy="2593035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0370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0021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09920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31" name="Группа 3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32" name="Прямоугольник 3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33" name="Соединительная линия уступом 32"/>
              <p:cNvCxnSpPr>
                <a:stCxn id="3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Прямоугольник 3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35" name="Соединительная линия уступом 3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" name="Соединительная линия уступом 19"/>
          <p:cNvCxnSpPr>
            <a:stCxn id="18" idx="2"/>
            <a:endCxn id="34" idx="0"/>
          </p:cNvCxnSpPr>
          <p:nvPr/>
        </p:nvCxnSpPr>
        <p:spPr>
          <a:xfrm rot="16200000" flipH="1">
            <a:off x="2132620" y="3650122"/>
            <a:ext cx="2297795" cy="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912954" y="150369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Main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6" name="Соединительная линия уступом 15"/>
          <p:cNvCxnSpPr>
            <a:stCxn id="15" idx="1"/>
            <a:endCxn id="7" idx="3"/>
          </p:cNvCxnSpPr>
          <p:nvPr/>
        </p:nvCxnSpPr>
        <p:spPr>
          <a:xfrm rot="10800000" flipV="1">
            <a:off x="7093530" y="2002460"/>
            <a:ext cx="819425" cy="3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5" idx="2"/>
            <a:endCxn id="32" idx="0"/>
          </p:cNvCxnSpPr>
          <p:nvPr/>
        </p:nvCxnSpPr>
        <p:spPr>
          <a:xfrm rot="16200000" flipH="1">
            <a:off x="7761583" y="3650122"/>
            <a:ext cx="229779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426027" y="2515737"/>
            <a:ext cx="4669990" cy="3714334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7134533" y="2515737"/>
            <a:ext cx="4669990" cy="3714334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5096016" y="4107395"/>
            <a:ext cx="2038515" cy="3714334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4282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2283990" y="1496000"/>
            <a:ext cx="7624020" cy="4300549"/>
            <a:chOff x="2401976" y="1496000"/>
            <a:chExt cx="7624020" cy="43005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8915" y="1496000"/>
              <a:ext cx="1995056" cy="2593035"/>
              <a:chOff x="5216459" y="1560850"/>
              <a:chExt cx="1995056" cy="2593035"/>
            </a:xfrm>
          </p:grpSpPr>
          <p:sp>
            <p:nvSpPr>
              <p:cNvPr id="3" name="Прямоугольник 2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5" name="Соединительная линия уступом 4"/>
              <p:cNvCxnSpPr>
                <a:stCxn id="3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" name="Группа 1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12" name="Прямоугольник 1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13" name="Соединительная линия уступом 12"/>
              <p:cNvCxnSpPr>
                <a:stCxn id="1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Прямоугольник 1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15" name="Соединительная линия уступом 1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Прямоугольник 19"/>
          <p:cNvSpPr/>
          <p:nvPr/>
        </p:nvSpPr>
        <p:spPr>
          <a:xfrm>
            <a:off x="2283989" y="150369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Тесты</a:t>
            </a:r>
          </a:p>
        </p:txBody>
      </p:sp>
      <p:cxnSp>
        <p:nvCxnSpPr>
          <p:cNvPr id="21" name="Соединительная линия уступом 20"/>
          <p:cNvCxnSpPr>
            <a:stCxn id="20" idx="3"/>
          </p:cNvCxnSpPr>
          <p:nvPr/>
        </p:nvCxnSpPr>
        <p:spPr>
          <a:xfrm>
            <a:off x="4279044" y="2002463"/>
            <a:ext cx="819430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ная линия уступом 21"/>
          <p:cNvCxnSpPr>
            <a:stCxn id="20" idx="2"/>
          </p:cNvCxnSpPr>
          <p:nvPr/>
        </p:nvCxnSpPr>
        <p:spPr>
          <a:xfrm rot="16200000" flipH="1">
            <a:off x="2132620" y="3650122"/>
            <a:ext cx="2297795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7912954" y="150369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Main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24" name="Соединительная линия уступом 23"/>
          <p:cNvCxnSpPr>
            <a:stCxn id="23" idx="1"/>
          </p:cNvCxnSpPr>
          <p:nvPr/>
        </p:nvCxnSpPr>
        <p:spPr>
          <a:xfrm rot="10800000" flipV="1">
            <a:off x="7093530" y="2002460"/>
            <a:ext cx="819425" cy="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23" idx="2"/>
          </p:cNvCxnSpPr>
          <p:nvPr/>
        </p:nvCxnSpPr>
        <p:spPr>
          <a:xfrm rot="16200000" flipH="1">
            <a:off x="7761583" y="3650122"/>
            <a:ext cx="229779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457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2283990" y="1496000"/>
            <a:ext cx="7624020" cy="4300549"/>
            <a:chOff x="2401976" y="1496000"/>
            <a:chExt cx="7624020" cy="43005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8915" y="1496000"/>
              <a:ext cx="1995056" cy="2593035"/>
              <a:chOff x="5216459" y="1560850"/>
              <a:chExt cx="1995056" cy="2593035"/>
            </a:xfrm>
          </p:grpSpPr>
          <p:sp>
            <p:nvSpPr>
              <p:cNvPr id="3" name="Прямоугольник 2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5" name="Соединительная линия уступом 4"/>
              <p:cNvCxnSpPr>
                <a:stCxn id="3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" name="Группа 1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12" name="Прямоугольник 1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13" name="Соединительная линия уступом 12"/>
              <p:cNvCxnSpPr>
                <a:stCxn id="1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Прямоугольник 1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15" name="Соединительная линия уступом 1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Прямоугольник 15"/>
          <p:cNvSpPr/>
          <p:nvPr/>
        </p:nvSpPr>
        <p:spPr>
          <a:xfrm>
            <a:off x="2283989" y="150369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Тесты</a:t>
            </a:r>
          </a:p>
        </p:txBody>
      </p:sp>
      <p:cxnSp>
        <p:nvCxnSpPr>
          <p:cNvPr id="17" name="Соединительная линия уступом 16"/>
          <p:cNvCxnSpPr>
            <a:stCxn id="16" idx="3"/>
          </p:cNvCxnSpPr>
          <p:nvPr/>
        </p:nvCxnSpPr>
        <p:spPr>
          <a:xfrm>
            <a:off x="4279044" y="2002463"/>
            <a:ext cx="819430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6" idx="2"/>
          </p:cNvCxnSpPr>
          <p:nvPr/>
        </p:nvCxnSpPr>
        <p:spPr>
          <a:xfrm rot="16200000" flipH="1">
            <a:off x="2132620" y="3650122"/>
            <a:ext cx="2297795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912954" y="150369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Main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20" name="Соединительная линия уступом 19"/>
          <p:cNvCxnSpPr>
            <a:stCxn id="19" idx="1"/>
          </p:cNvCxnSpPr>
          <p:nvPr/>
        </p:nvCxnSpPr>
        <p:spPr>
          <a:xfrm rot="10800000" flipV="1">
            <a:off x="7093530" y="2002460"/>
            <a:ext cx="819425" cy="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9" idx="2"/>
          </p:cNvCxnSpPr>
          <p:nvPr/>
        </p:nvCxnSpPr>
        <p:spPr>
          <a:xfrm rot="16200000" flipH="1">
            <a:off x="7761583" y="3650122"/>
            <a:ext cx="229779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7786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2283990" y="1496000"/>
            <a:ext cx="7624020" cy="4300549"/>
            <a:chOff x="2401976" y="1496000"/>
            <a:chExt cx="7624020" cy="43005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8915" y="1496000"/>
              <a:ext cx="1995056" cy="2593035"/>
              <a:chOff x="5216459" y="1560850"/>
              <a:chExt cx="1995056" cy="2593035"/>
            </a:xfrm>
          </p:grpSpPr>
          <p:sp>
            <p:nvSpPr>
              <p:cNvPr id="3" name="Прямоугольник 2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5" name="Соединительная линия уступом 4"/>
              <p:cNvCxnSpPr>
                <a:stCxn id="3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" name="Группа 1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12" name="Прямоугольник 1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solidFill>
                <a:srgbClr val="FFAFB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13" name="Соединительная линия уступом 12"/>
              <p:cNvCxnSpPr>
                <a:stCxn id="1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Прямоугольник 1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solidFill>
                <a:srgbClr val="FFAFB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15" name="Соединительная линия уступом 1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Прямоугольник 15"/>
          <p:cNvSpPr/>
          <p:nvPr/>
        </p:nvSpPr>
        <p:spPr>
          <a:xfrm>
            <a:off x="2283989" y="1503699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Тесты</a:t>
            </a:r>
          </a:p>
        </p:txBody>
      </p:sp>
      <p:cxnSp>
        <p:nvCxnSpPr>
          <p:cNvPr id="17" name="Соединительная линия уступом 16"/>
          <p:cNvCxnSpPr>
            <a:stCxn id="16" idx="3"/>
          </p:cNvCxnSpPr>
          <p:nvPr/>
        </p:nvCxnSpPr>
        <p:spPr>
          <a:xfrm>
            <a:off x="4279044" y="2002463"/>
            <a:ext cx="819430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6" idx="2"/>
          </p:cNvCxnSpPr>
          <p:nvPr/>
        </p:nvCxnSpPr>
        <p:spPr>
          <a:xfrm rot="16200000" flipH="1">
            <a:off x="2132620" y="3650122"/>
            <a:ext cx="2297795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912954" y="1503697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Main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20" name="Соединительная линия уступом 19"/>
          <p:cNvCxnSpPr>
            <a:stCxn id="19" idx="1"/>
          </p:cNvCxnSpPr>
          <p:nvPr/>
        </p:nvCxnSpPr>
        <p:spPr>
          <a:xfrm rot="10800000" flipV="1">
            <a:off x="7093530" y="2002460"/>
            <a:ext cx="819425" cy="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9" idx="2"/>
          </p:cNvCxnSpPr>
          <p:nvPr/>
        </p:nvCxnSpPr>
        <p:spPr>
          <a:xfrm rot="16200000" flipH="1">
            <a:off x="7761583" y="3650122"/>
            <a:ext cx="229779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8849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2283990" y="1496000"/>
            <a:ext cx="7624020" cy="4300549"/>
            <a:chOff x="2401976" y="1496000"/>
            <a:chExt cx="7624020" cy="43005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8915" y="1496000"/>
              <a:ext cx="1995056" cy="2593035"/>
              <a:chOff x="5216459" y="1560850"/>
              <a:chExt cx="1995056" cy="2593035"/>
            </a:xfrm>
          </p:grpSpPr>
          <p:sp>
            <p:nvSpPr>
              <p:cNvPr id="3" name="Прямоугольник 2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5" name="Соединительная линия уступом 4"/>
              <p:cNvCxnSpPr>
                <a:stCxn id="3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" name="Группа 1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12" name="Прямоугольник 1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13" name="Соединительная линия уступом 12"/>
              <p:cNvCxnSpPr>
                <a:stCxn id="1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Прямоугольник 1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15" name="Соединительная линия уступом 1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Прямоугольник 15"/>
          <p:cNvSpPr/>
          <p:nvPr/>
        </p:nvSpPr>
        <p:spPr>
          <a:xfrm>
            <a:off x="4769427" y="1226126"/>
            <a:ext cx="2660074" cy="3159059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718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2283990" y="1496000"/>
            <a:ext cx="7624020" cy="4300549"/>
            <a:chOff x="2401976" y="1496000"/>
            <a:chExt cx="7624020" cy="4300549"/>
          </a:xfrm>
        </p:grpSpPr>
        <p:grpSp>
          <p:nvGrpSpPr>
            <p:cNvPr id="2" name="Группа 1"/>
            <p:cNvGrpSpPr/>
            <p:nvPr/>
          </p:nvGrpSpPr>
          <p:grpSpPr>
            <a:xfrm>
              <a:off x="5218915" y="1496000"/>
              <a:ext cx="1995056" cy="2593035"/>
              <a:chOff x="5216459" y="1560850"/>
              <a:chExt cx="1995056" cy="2593035"/>
            </a:xfrm>
          </p:grpSpPr>
          <p:sp>
            <p:nvSpPr>
              <p:cNvPr id="3" name="Прямоугольник 2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cxnSp>
            <p:nvCxnSpPr>
              <p:cNvPr id="5" name="Соединительная линия уступом 4"/>
              <p:cNvCxnSpPr>
                <a:stCxn id="3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" name="Группа 10"/>
            <p:cNvGrpSpPr/>
            <p:nvPr/>
          </p:nvGrpSpPr>
          <p:grpSpPr>
            <a:xfrm>
              <a:off x="2401976" y="4092886"/>
              <a:ext cx="7624020" cy="1703663"/>
              <a:chOff x="4567980" y="2254916"/>
              <a:chExt cx="7624020" cy="1703663"/>
            </a:xfrm>
          </p:grpSpPr>
          <p:sp>
            <p:nvSpPr>
              <p:cNvPr id="12" name="Прямоугольник 11"/>
              <p:cNvSpPr/>
              <p:nvPr/>
            </p:nvSpPr>
            <p:spPr>
              <a:xfrm>
                <a:off x="10196945" y="2961052"/>
                <a:ext cx="1995055" cy="9975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13" name="Соединительная линия уступом 12"/>
              <p:cNvCxnSpPr>
                <a:stCxn id="12" idx="0"/>
              </p:cNvCxnSpPr>
              <p:nvPr/>
            </p:nvCxnSpPr>
            <p:spPr>
              <a:xfrm rot="16200000" flipV="1">
                <a:off x="9435393" y="120197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Прямоугольник 13"/>
              <p:cNvSpPr/>
              <p:nvPr/>
            </p:nvSpPr>
            <p:spPr>
              <a:xfrm>
                <a:off x="4567980" y="2961051"/>
                <a:ext cx="1995055" cy="9975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  <p:cxnSp>
            <p:nvCxnSpPr>
              <p:cNvPr id="15" name="Соединительная линия уступом 14"/>
              <p:cNvCxnSpPr/>
              <p:nvPr/>
            </p:nvCxnSpPr>
            <p:spPr>
              <a:xfrm rot="5400000" flipH="1" flipV="1">
                <a:off x="6623366" y="1205821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Прямоугольник 16"/>
          <p:cNvSpPr/>
          <p:nvPr/>
        </p:nvSpPr>
        <p:spPr>
          <a:xfrm>
            <a:off x="1548581" y="4385188"/>
            <a:ext cx="9094839" cy="1703886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716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2283990" y="1650238"/>
            <a:ext cx="7624020" cy="4296698"/>
            <a:chOff x="2387230" y="1650238"/>
            <a:chExt cx="7624020" cy="429669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2387230" y="1650238"/>
              <a:ext cx="7624020" cy="4296698"/>
              <a:chOff x="2399519" y="1560850"/>
              <a:chExt cx="7624020" cy="4296698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8028484" y="486002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9" name="Соединительная линия уступом 8"/>
              <p:cNvCxnSpPr>
                <a:stCxn id="8" idx="0"/>
                <a:endCxn id="6" idx="2"/>
              </p:cNvCxnSpPr>
              <p:nvPr/>
            </p:nvCxnSpPr>
            <p:spPr>
              <a:xfrm rot="16200000" flipV="1">
                <a:off x="7266932" y="3100940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Прямоугольник 9"/>
              <p:cNvSpPr/>
              <p:nvPr/>
            </p:nvSpPr>
            <p:spPr>
              <a:xfrm>
                <a:off x="2399519" y="4860020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</p:grpSp>
        <p:cxnSp>
          <p:nvCxnSpPr>
            <p:cNvPr id="15" name="Соединительная линия уступом 14"/>
            <p:cNvCxnSpPr/>
            <p:nvPr/>
          </p:nvCxnSpPr>
          <p:spPr>
            <a:xfrm rot="5400000" flipH="1" flipV="1">
              <a:off x="4442616" y="3194178"/>
              <a:ext cx="706136" cy="281202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64907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3593690" y="755642"/>
            <a:ext cx="5004620" cy="3629544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532968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2283990" y="1650238"/>
            <a:ext cx="7624020" cy="4296698"/>
            <a:chOff x="2387230" y="1650238"/>
            <a:chExt cx="7624020" cy="429669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2387230" y="1650238"/>
              <a:ext cx="7624020" cy="4296698"/>
              <a:chOff x="2399519" y="1560850"/>
              <a:chExt cx="7624020" cy="4296698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8028484" y="486002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9" name="Соединительная линия уступом 8"/>
              <p:cNvCxnSpPr>
                <a:stCxn id="8" idx="0"/>
                <a:endCxn id="6" idx="2"/>
              </p:cNvCxnSpPr>
              <p:nvPr/>
            </p:nvCxnSpPr>
            <p:spPr>
              <a:xfrm rot="16200000" flipV="1">
                <a:off x="7266932" y="3100940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Прямоугольник 9"/>
              <p:cNvSpPr/>
              <p:nvPr/>
            </p:nvSpPr>
            <p:spPr>
              <a:xfrm>
                <a:off x="2399519" y="4860020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</p:grpSp>
        <p:cxnSp>
          <p:nvCxnSpPr>
            <p:cNvPr id="15" name="Соединительная линия уступом 14"/>
            <p:cNvCxnSpPr/>
            <p:nvPr/>
          </p:nvCxnSpPr>
          <p:spPr>
            <a:xfrm rot="5400000" flipH="1" flipV="1">
              <a:off x="4442616" y="3194178"/>
              <a:ext cx="706136" cy="281202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07029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3593690" y="755642"/>
            <a:ext cx="5004620" cy="3629544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32968" y="5448171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2968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2283990" y="1650238"/>
            <a:ext cx="7624020" cy="4296698"/>
            <a:chOff x="2387230" y="1650238"/>
            <a:chExt cx="7624020" cy="429669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2387230" y="1650238"/>
              <a:ext cx="7624020" cy="4296698"/>
              <a:chOff x="2399519" y="1560850"/>
              <a:chExt cx="7624020" cy="4296698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8028484" y="486002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9" name="Соединительная линия уступом 8"/>
              <p:cNvCxnSpPr>
                <a:stCxn id="8" idx="0"/>
                <a:endCxn id="6" idx="2"/>
              </p:cNvCxnSpPr>
              <p:nvPr/>
            </p:nvCxnSpPr>
            <p:spPr>
              <a:xfrm rot="16200000" flipV="1">
                <a:off x="7266932" y="3100940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Прямоугольник 9"/>
              <p:cNvSpPr/>
              <p:nvPr/>
            </p:nvSpPr>
            <p:spPr>
              <a:xfrm>
                <a:off x="2399519" y="4860020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</p:grpSp>
        <p:cxnSp>
          <p:nvCxnSpPr>
            <p:cNvPr id="15" name="Соединительная линия уступом 14"/>
            <p:cNvCxnSpPr/>
            <p:nvPr/>
          </p:nvCxnSpPr>
          <p:spPr>
            <a:xfrm rot="5400000" flipH="1" flipV="1">
              <a:off x="4442616" y="3194178"/>
              <a:ext cx="706136" cy="281202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02503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Прямая со стрелкой 17"/>
          <p:cNvCxnSpPr/>
          <p:nvPr/>
        </p:nvCxnSpPr>
        <p:spPr>
          <a:xfrm flipH="1">
            <a:off x="7807175" y="1665038"/>
            <a:ext cx="26648" cy="25256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 16"/>
          <p:cNvSpPr/>
          <p:nvPr/>
        </p:nvSpPr>
        <p:spPr>
          <a:xfrm>
            <a:off x="3593690" y="755642"/>
            <a:ext cx="5004620" cy="3629544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532968" y="5448171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2968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</a:p>
        </p:txBody>
      </p:sp>
      <p:grpSp>
        <p:nvGrpSpPr>
          <p:cNvPr id="21" name="Группа 20"/>
          <p:cNvGrpSpPr/>
          <p:nvPr/>
        </p:nvGrpSpPr>
        <p:grpSpPr>
          <a:xfrm>
            <a:off x="2283990" y="1650238"/>
            <a:ext cx="7624020" cy="4296698"/>
            <a:chOff x="2387230" y="1650238"/>
            <a:chExt cx="7624020" cy="4296698"/>
          </a:xfrm>
        </p:grpSpPr>
        <p:grpSp>
          <p:nvGrpSpPr>
            <p:cNvPr id="22" name="Группа 21"/>
            <p:cNvGrpSpPr/>
            <p:nvPr/>
          </p:nvGrpSpPr>
          <p:grpSpPr>
            <a:xfrm>
              <a:off x="2387230" y="1650238"/>
              <a:ext cx="7624020" cy="4296698"/>
              <a:chOff x="2399519" y="1560850"/>
              <a:chExt cx="7624020" cy="4296698"/>
            </a:xfrm>
          </p:grpSpPr>
          <p:sp>
            <p:nvSpPr>
              <p:cNvPr id="24" name="Прямоугольник 23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>
                <a:off x="8028484" y="486002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26" name="Соединительная линия уступом 25"/>
              <p:cNvCxnSpPr>
                <a:stCxn id="24" idx="2"/>
                <a:endCxn id="27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Прямоугольник 26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28" name="Соединительная линия уступом 27"/>
              <p:cNvCxnSpPr>
                <a:stCxn id="25" idx="0"/>
                <a:endCxn id="27" idx="2"/>
              </p:cNvCxnSpPr>
              <p:nvPr/>
            </p:nvCxnSpPr>
            <p:spPr>
              <a:xfrm rot="16200000" flipV="1">
                <a:off x="7266932" y="3100940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Прямоугольник 28"/>
              <p:cNvSpPr/>
              <p:nvPr/>
            </p:nvSpPr>
            <p:spPr>
              <a:xfrm>
                <a:off x="2399519" y="4860020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</p:grpSp>
        <p:cxnSp>
          <p:nvCxnSpPr>
            <p:cNvPr id="23" name="Соединительная линия уступом 22"/>
            <p:cNvCxnSpPr/>
            <p:nvPr/>
          </p:nvCxnSpPr>
          <p:spPr>
            <a:xfrm rot="5400000" flipH="1" flipV="1">
              <a:off x="4442616" y="3194178"/>
              <a:ext cx="706136" cy="281202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17241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Прямая со стрелкой 17"/>
          <p:cNvCxnSpPr/>
          <p:nvPr/>
        </p:nvCxnSpPr>
        <p:spPr>
          <a:xfrm flipH="1" flipV="1">
            <a:off x="7807175" y="1665038"/>
            <a:ext cx="26648" cy="2525694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 16"/>
          <p:cNvSpPr/>
          <p:nvPr/>
        </p:nvSpPr>
        <p:spPr>
          <a:xfrm>
            <a:off x="3593690" y="755642"/>
            <a:ext cx="5004620" cy="3629544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532968" y="5448171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2968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</a:p>
        </p:txBody>
      </p:sp>
      <p:grpSp>
        <p:nvGrpSpPr>
          <p:cNvPr id="21" name="Группа 20"/>
          <p:cNvGrpSpPr/>
          <p:nvPr/>
        </p:nvGrpSpPr>
        <p:grpSpPr>
          <a:xfrm>
            <a:off x="2283990" y="1650238"/>
            <a:ext cx="7624020" cy="4296698"/>
            <a:chOff x="2387230" y="1650238"/>
            <a:chExt cx="7624020" cy="4296698"/>
          </a:xfrm>
        </p:grpSpPr>
        <p:grpSp>
          <p:nvGrpSpPr>
            <p:cNvPr id="22" name="Группа 21"/>
            <p:cNvGrpSpPr/>
            <p:nvPr/>
          </p:nvGrpSpPr>
          <p:grpSpPr>
            <a:xfrm>
              <a:off x="2387230" y="1650238"/>
              <a:ext cx="7624020" cy="4296698"/>
              <a:chOff x="2399519" y="1560850"/>
              <a:chExt cx="7624020" cy="4296698"/>
            </a:xfrm>
          </p:grpSpPr>
          <p:sp>
            <p:nvSpPr>
              <p:cNvPr id="24" name="Прямоугольник 23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>
                <a:off x="8028484" y="486002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26" name="Соединительная линия уступом 25"/>
              <p:cNvCxnSpPr>
                <a:stCxn id="24" idx="2"/>
                <a:endCxn id="27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Прямоугольник 26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28" name="Соединительная линия уступом 27"/>
              <p:cNvCxnSpPr>
                <a:stCxn id="25" idx="0"/>
                <a:endCxn id="27" idx="2"/>
              </p:cNvCxnSpPr>
              <p:nvPr/>
            </p:nvCxnSpPr>
            <p:spPr>
              <a:xfrm rot="16200000" flipV="1">
                <a:off x="7266932" y="3100940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Прямоугольник 28"/>
              <p:cNvSpPr/>
              <p:nvPr/>
            </p:nvSpPr>
            <p:spPr>
              <a:xfrm>
                <a:off x="2399519" y="4860020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</p:grpSp>
        <p:cxnSp>
          <p:nvCxnSpPr>
            <p:cNvPr id="23" name="Соединительная линия уступом 22"/>
            <p:cNvCxnSpPr/>
            <p:nvPr/>
          </p:nvCxnSpPr>
          <p:spPr>
            <a:xfrm rot="5400000" flipH="1" flipV="1">
              <a:off x="4442616" y="3194178"/>
              <a:ext cx="706136" cy="281202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40526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3570093452"/>
              </p:ext>
            </p:extLst>
          </p:nvPr>
        </p:nvGraphicFramePr>
        <p:xfrm>
          <a:off x="5542988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3416835047"/>
              </p:ext>
            </p:extLst>
          </p:nvPr>
        </p:nvGraphicFramePr>
        <p:xfrm>
          <a:off x="-686120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47086" y="505936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977" y="505935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</p:spTree>
    <p:extLst>
      <p:ext uri="{BB962C8B-B14F-4D97-AF65-F5344CB8AC3E}">
        <p14:creationId xmlns:p14="http://schemas.microsoft.com/office/powerpoint/2010/main" val="2056446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1299167138"/>
              </p:ext>
            </p:extLst>
          </p:nvPr>
        </p:nvGraphicFramePr>
        <p:xfrm>
          <a:off x="5542988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2192967871"/>
              </p:ext>
            </p:extLst>
          </p:nvPr>
        </p:nvGraphicFramePr>
        <p:xfrm>
          <a:off x="-686120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47086" y="505936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7977" y="505935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684" y="2052115"/>
            <a:ext cx="1412818" cy="1412818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090" y="1850677"/>
            <a:ext cx="811028" cy="81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285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3501564218"/>
              </p:ext>
            </p:extLst>
          </p:nvPr>
        </p:nvGraphicFramePr>
        <p:xfrm>
          <a:off x="5542988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2833396514"/>
              </p:ext>
            </p:extLst>
          </p:nvPr>
        </p:nvGraphicFramePr>
        <p:xfrm>
          <a:off x="-686120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47086" y="505936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7977" y="505935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075" y="4118977"/>
            <a:ext cx="1793003" cy="179300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77" y="3630109"/>
            <a:ext cx="2202426" cy="22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39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3640238923"/>
              </p:ext>
            </p:extLst>
          </p:nvPr>
        </p:nvGraphicFramePr>
        <p:xfrm>
          <a:off x="5542988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3501765021"/>
              </p:ext>
            </p:extLst>
          </p:nvPr>
        </p:nvGraphicFramePr>
        <p:xfrm>
          <a:off x="-686120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47086" y="505936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7977" y="505935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725" y="2285324"/>
            <a:ext cx="1782643" cy="1782643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794" y="2640339"/>
            <a:ext cx="1944021" cy="194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029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1001826449"/>
              </p:ext>
            </p:extLst>
          </p:nvPr>
        </p:nvGraphicFramePr>
        <p:xfrm>
          <a:off x="5542988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2555752176"/>
              </p:ext>
            </p:extLst>
          </p:nvPr>
        </p:nvGraphicFramePr>
        <p:xfrm>
          <a:off x="-686120" y="140431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47086" y="505936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977" y="505935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E2E</a:t>
            </a:r>
          </a:p>
        </p:txBody>
      </p:sp>
      <p:grpSp>
        <p:nvGrpSpPr>
          <p:cNvPr id="17" name="Группа 16"/>
          <p:cNvGrpSpPr/>
          <p:nvPr/>
        </p:nvGrpSpPr>
        <p:grpSpPr>
          <a:xfrm>
            <a:off x="7128752" y="3799345"/>
            <a:ext cx="1466608" cy="1163260"/>
            <a:chOff x="2504209" y="1854199"/>
            <a:chExt cx="5952399" cy="4721225"/>
          </a:xfrm>
        </p:grpSpPr>
        <p:pic>
          <p:nvPicPr>
            <p:cNvPr id="18" name="Рисунок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735384" y="1854199"/>
              <a:ext cx="4721224" cy="4721225"/>
            </a:xfrm>
            <a:prstGeom prst="rect">
              <a:avLst/>
            </a:prstGeom>
          </p:spPr>
        </p:pic>
        <p:pic>
          <p:nvPicPr>
            <p:cNvPr id="19" name="Рисунок 18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2" b="28032"/>
            <a:stretch/>
          </p:blipFill>
          <p:spPr>
            <a:xfrm rot="13500000">
              <a:off x="2514648" y="2356788"/>
              <a:ext cx="2441479" cy="2462358"/>
            </a:xfrm>
            <a:prstGeom prst="rect">
              <a:avLst/>
            </a:prstGeom>
          </p:spPr>
        </p:pic>
      </p:grpSp>
      <p:grpSp>
        <p:nvGrpSpPr>
          <p:cNvPr id="23" name="Группа 22"/>
          <p:cNvGrpSpPr/>
          <p:nvPr/>
        </p:nvGrpSpPr>
        <p:grpSpPr>
          <a:xfrm>
            <a:off x="1251785" y="2258936"/>
            <a:ext cx="1079827" cy="856479"/>
            <a:chOff x="2504209" y="1854199"/>
            <a:chExt cx="5952403" cy="4721225"/>
          </a:xfrm>
        </p:grpSpPr>
        <p:pic>
          <p:nvPicPr>
            <p:cNvPr id="24" name="Рисунок 2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735387" y="1854199"/>
              <a:ext cx="4721225" cy="4721225"/>
            </a:xfrm>
            <a:prstGeom prst="rect">
              <a:avLst/>
            </a:prstGeom>
          </p:spPr>
        </p:pic>
        <p:pic>
          <p:nvPicPr>
            <p:cNvPr id="25" name="Рисунок 24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2" b="28032"/>
            <a:stretch/>
          </p:blipFill>
          <p:spPr>
            <a:xfrm rot="13500000">
              <a:off x="2514648" y="2356788"/>
              <a:ext cx="2441479" cy="24623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6071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338" y="119373"/>
            <a:ext cx="7807325" cy="661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424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b="2327"/>
          <a:stretch/>
        </p:blipFill>
        <p:spPr>
          <a:xfrm>
            <a:off x="2070100" y="165101"/>
            <a:ext cx="7820439" cy="65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66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3593690" y="755642"/>
            <a:ext cx="5004620" cy="3629544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2968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2283990" y="1650238"/>
            <a:ext cx="7624020" cy="4296698"/>
            <a:chOff x="2387230" y="1650238"/>
            <a:chExt cx="7624020" cy="429669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2387230" y="1650238"/>
              <a:ext cx="7624020" cy="4296698"/>
              <a:chOff x="2399519" y="1560850"/>
              <a:chExt cx="7624020" cy="4296698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8028484" y="486002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9" name="Соединительная линия уступом 8"/>
              <p:cNvCxnSpPr>
                <a:stCxn id="8" idx="0"/>
                <a:endCxn id="6" idx="2"/>
              </p:cNvCxnSpPr>
              <p:nvPr/>
            </p:nvCxnSpPr>
            <p:spPr>
              <a:xfrm rot="16200000" flipV="1">
                <a:off x="7266932" y="3100940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Прямоугольник 9"/>
              <p:cNvSpPr/>
              <p:nvPr/>
            </p:nvSpPr>
            <p:spPr>
              <a:xfrm>
                <a:off x="2399519" y="4860020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</p:grpSp>
        <p:cxnSp>
          <p:nvCxnSpPr>
            <p:cNvPr id="15" name="Соединительная линия уступом 14"/>
            <p:cNvCxnSpPr/>
            <p:nvPr/>
          </p:nvCxnSpPr>
          <p:spPr>
            <a:xfrm rot="5400000" flipH="1" flipV="1">
              <a:off x="4442616" y="3194178"/>
              <a:ext cx="706136" cy="281202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22683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Программа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30695978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26296101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04335" flipH="1">
            <a:off x="1745850" y="2610835"/>
            <a:ext cx="828648" cy="828648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34492385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04335" flipH="1">
            <a:off x="6349023" y="993485"/>
            <a:ext cx="828648" cy="828648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3274113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73043" flipH="1">
            <a:off x="5801035" y="1314198"/>
            <a:ext cx="828648" cy="828648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32850258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098473" y="293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Программа</a:t>
            </a:r>
          </a:p>
        </p:txBody>
      </p:sp>
    </p:spTree>
    <p:extLst>
      <p:ext uri="{BB962C8B-B14F-4D97-AF65-F5344CB8AC3E}">
        <p14:creationId xmlns:p14="http://schemas.microsoft.com/office/powerpoint/2010/main" val="30411764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36868351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77449" y="2314253"/>
            <a:ext cx="10637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Разные </a:t>
            </a:r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ответственности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387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1529152" y="4399699"/>
            <a:ext cx="9156886" cy="183094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661246" y="696687"/>
            <a:ext cx="5032049" cy="370301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5747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1531071" y="651798"/>
            <a:ext cx="4094016" cy="561111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5621144" y="4410635"/>
            <a:ext cx="5202190" cy="18200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0268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30731086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789709" y="611237"/>
            <a:ext cx="10318173" cy="5617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75" y="485775"/>
            <a:ext cx="588645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262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24741635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48581" y="4385187"/>
            <a:ext cx="9094839" cy="181967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1546683" y="4383040"/>
            <a:ext cx="4092117" cy="182181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04335" flipH="1">
            <a:off x="1693898" y="969320"/>
            <a:ext cx="828648" cy="828648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5662213" y="4420227"/>
            <a:ext cx="5105591" cy="180614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1151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/>
          <p:cNvSpPr/>
          <p:nvPr/>
        </p:nvSpPr>
        <p:spPr>
          <a:xfrm>
            <a:off x="1548581" y="4385187"/>
            <a:ext cx="9094839" cy="181967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05175" flipH="1">
            <a:off x="6256735" y="2532432"/>
            <a:ext cx="828648" cy="828648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1516556" y="651799"/>
            <a:ext cx="4109627" cy="375416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1546683" y="4383040"/>
            <a:ext cx="4092117" cy="182181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Прямоугольник 25"/>
          <p:cNvSpPr/>
          <p:nvPr/>
        </p:nvSpPr>
        <p:spPr>
          <a:xfrm>
            <a:off x="5662213" y="4420227"/>
            <a:ext cx="5105591" cy="180614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1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1046743725"/>
              </p:ext>
            </p:extLst>
          </p:nvPr>
        </p:nvGraphicFramePr>
        <p:xfrm>
          <a:off x="-699976" y="1312027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61429" y="481031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4122" y="481030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OLD</a:t>
            </a: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212120874"/>
              </p:ext>
            </p:extLst>
          </p:nvPr>
        </p:nvGraphicFramePr>
        <p:xfrm>
          <a:off x="5557331" y="131202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004456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742283846"/>
              </p:ext>
            </p:extLst>
          </p:nvPr>
        </p:nvGraphicFramePr>
        <p:xfrm>
          <a:off x="-699976" y="1312027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261429" y="481031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122" y="481030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OLD</a:t>
            </a:r>
          </a:p>
        </p:txBody>
      </p:sp>
      <p:graphicFrame>
        <p:nvGraphicFramePr>
          <p:cNvPr id="15" name="Диаграмма 14"/>
          <p:cNvGraphicFramePr/>
          <p:nvPr>
            <p:extLst>
              <p:ext uri="{D42A27DB-BD31-4B8C-83A1-F6EECF244321}">
                <p14:modId xmlns:p14="http://schemas.microsoft.com/office/powerpoint/2010/main" val="162749263"/>
              </p:ext>
            </p:extLst>
          </p:nvPr>
        </p:nvGraphicFramePr>
        <p:xfrm>
          <a:off x="5557331" y="131202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7" name="Группа 16"/>
          <p:cNvGrpSpPr/>
          <p:nvPr/>
        </p:nvGrpSpPr>
        <p:grpSpPr>
          <a:xfrm>
            <a:off x="1254315" y="3851187"/>
            <a:ext cx="1005189" cy="797279"/>
            <a:chOff x="2504209" y="1854199"/>
            <a:chExt cx="5952399" cy="4721225"/>
          </a:xfrm>
        </p:grpSpPr>
        <p:pic>
          <p:nvPicPr>
            <p:cNvPr id="18" name="Рисунок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735384" y="1854199"/>
              <a:ext cx="4721224" cy="4721225"/>
            </a:xfrm>
            <a:prstGeom prst="rect">
              <a:avLst/>
            </a:prstGeom>
          </p:spPr>
        </p:pic>
        <p:pic>
          <p:nvPicPr>
            <p:cNvPr id="19" name="Рисунок 18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2" b="28032"/>
            <a:stretch/>
          </p:blipFill>
          <p:spPr>
            <a:xfrm rot="13500000">
              <a:off x="2514648" y="2356788"/>
              <a:ext cx="2441479" cy="2462358"/>
            </a:xfrm>
            <a:prstGeom prst="rect">
              <a:avLst/>
            </a:prstGeom>
          </p:spPr>
        </p:pic>
      </p:grpSp>
      <p:grpSp>
        <p:nvGrpSpPr>
          <p:cNvPr id="34" name="Группа 33"/>
          <p:cNvGrpSpPr/>
          <p:nvPr/>
        </p:nvGrpSpPr>
        <p:grpSpPr>
          <a:xfrm>
            <a:off x="7303598" y="3892961"/>
            <a:ext cx="1542342" cy="1273650"/>
            <a:chOff x="1654726" y="1813174"/>
            <a:chExt cx="9133239" cy="7542148"/>
          </a:xfrm>
        </p:grpSpPr>
        <p:pic>
          <p:nvPicPr>
            <p:cNvPr id="35" name="Рисунок 3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245825" y="1813174"/>
              <a:ext cx="7542140" cy="7542148"/>
            </a:xfrm>
            <a:prstGeom prst="rect">
              <a:avLst/>
            </a:prstGeom>
          </p:spPr>
        </p:pic>
        <p:pic>
          <p:nvPicPr>
            <p:cNvPr id="36" name="Рисунок 3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2" b="28032"/>
            <a:stretch/>
          </p:blipFill>
          <p:spPr>
            <a:xfrm rot="13500000">
              <a:off x="1671396" y="2228248"/>
              <a:ext cx="3900266" cy="3933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64371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568491827"/>
              </p:ext>
            </p:extLst>
          </p:nvPr>
        </p:nvGraphicFramePr>
        <p:xfrm>
          <a:off x="-699976" y="1312027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1429" y="481031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122" y="481030"/>
            <a:ext cx="391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OLD</a:t>
            </a:r>
          </a:p>
        </p:txBody>
      </p:sp>
      <p:graphicFrame>
        <p:nvGraphicFramePr>
          <p:cNvPr id="16" name="Диаграмма 15"/>
          <p:cNvGraphicFramePr/>
          <p:nvPr>
            <p:extLst>
              <p:ext uri="{D42A27DB-BD31-4B8C-83A1-F6EECF244321}">
                <p14:modId xmlns:p14="http://schemas.microsoft.com/office/powerpoint/2010/main" val="510313260"/>
              </p:ext>
            </p:extLst>
          </p:nvPr>
        </p:nvGraphicFramePr>
        <p:xfrm>
          <a:off x="5557331" y="1312026"/>
          <a:ext cx="7318477" cy="487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Рисунок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368" y="4044854"/>
            <a:ext cx="2006333" cy="2006333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630" y="4207496"/>
            <a:ext cx="1681048" cy="168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283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Группа 28"/>
          <p:cNvGrpSpPr/>
          <p:nvPr/>
        </p:nvGrpSpPr>
        <p:grpSpPr>
          <a:xfrm>
            <a:off x="1424003" y="1691798"/>
            <a:ext cx="9343995" cy="997530"/>
            <a:chOff x="1613497" y="1691798"/>
            <a:chExt cx="9343995" cy="997530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8962437" y="1691798"/>
              <a:ext cx="1995055" cy="997527"/>
            </a:xfrm>
            <a:prstGeom prst="rect">
              <a:avLst/>
            </a:prstGeom>
            <a:solidFill>
              <a:srgbClr val="7CAFD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Externals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287967" y="1691801"/>
              <a:ext cx="1995055" cy="997527"/>
            </a:xfrm>
            <a:prstGeom prst="rect">
              <a:avLst/>
            </a:prstGeom>
            <a:solidFill>
              <a:srgbClr val="F4B18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Core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613497" y="1691798"/>
              <a:ext cx="1995055" cy="997527"/>
            </a:xfrm>
            <a:prstGeom prst="rect">
              <a:avLst/>
            </a:prstGeom>
            <a:solidFill>
              <a:srgbClr val="FFAFB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View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cxnSp>
          <p:nvCxnSpPr>
            <p:cNvPr id="24" name="Соединительная линия уступом 23"/>
            <p:cNvCxnSpPr>
              <a:stCxn id="22" idx="3"/>
              <a:endCxn id="7" idx="1"/>
            </p:cNvCxnSpPr>
            <p:nvPr/>
          </p:nvCxnSpPr>
          <p:spPr>
            <a:xfrm>
              <a:off x="3608552" y="2190562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Соединительная линия уступом 25"/>
            <p:cNvCxnSpPr>
              <a:stCxn id="8" idx="1"/>
              <a:endCxn id="7" idx="3"/>
            </p:cNvCxnSpPr>
            <p:nvPr/>
          </p:nvCxnSpPr>
          <p:spPr>
            <a:xfrm rot="10800000" flipV="1">
              <a:off x="7283023" y="2190561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80049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Группа 28"/>
          <p:cNvGrpSpPr/>
          <p:nvPr/>
        </p:nvGrpSpPr>
        <p:grpSpPr>
          <a:xfrm>
            <a:off x="1424003" y="1691798"/>
            <a:ext cx="9343995" cy="997530"/>
            <a:chOff x="1613497" y="1691798"/>
            <a:chExt cx="9343995" cy="997530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8962437" y="1691798"/>
              <a:ext cx="1995055" cy="997527"/>
            </a:xfrm>
            <a:prstGeom prst="rect">
              <a:avLst/>
            </a:prstGeom>
            <a:solidFill>
              <a:srgbClr val="7CAFD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Externals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287967" y="1691801"/>
              <a:ext cx="1995055" cy="997527"/>
            </a:xfrm>
            <a:prstGeom prst="rect">
              <a:avLst/>
            </a:prstGeom>
            <a:solidFill>
              <a:srgbClr val="F4B18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Core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613497" y="1691798"/>
              <a:ext cx="1995055" cy="997527"/>
            </a:xfrm>
            <a:prstGeom prst="rect">
              <a:avLst/>
            </a:prstGeom>
            <a:solidFill>
              <a:srgbClr val="FFAFB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View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cxnSp>
          <p:nvCxnSpPr>
            <p:cNvPr id="24" name="Соединительная линия уступом 23"/>
            <p:cNvCxnSpPr>
              <a:stCxn id="22" idx="3"/>
              <a:endCxn id="7" idx="1"/>
            </p:cNvCxnSpPr>
            <p:nvPr/>
          </p:nvCxnSpPr>
          <p:spPr>
            <a:xfrm>
              <a:off x="3608552" y="2190562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Соединительная линия уступом 25"/>
            <p:cNvCxnSpPr>
              <a:stCxn id="8" idx="1"/>
              <a:endCxn id="7" idx="3"/>
            </p:cNvCxnSpPr>
            <p:nvPr/>
          </p:nvCxnSpPr>
          <p:spPr>
            <a:xfrm rot="10800000" flipV="1">
              <a:off x="7283023" y="2190561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Прямоугольник 38"/>
          <p:cNvSpPr/>
          <p:nvPr/>
        </p:nvSpPr>
        <p:spPr>
          <a:xfrm>
            <a:off x="8772939" y="4286061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Gateway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5098472" y="3600261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Interactor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1424004" y="3600261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Presenter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1424003" y="4978788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Controller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5098471" y="4978787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Entity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52" name="Соединительная линия уступом 51"/>
          <p:cNvCxnSpPr>
            <a:stCxn id="39" idx="1"/>
            <a:endCxn id="40" idx="3"/>
          </p:cNvCxnSpPr>
          <p:nvPr/>
        </p:nvCxnSpPr>
        <p:spPr>
          <a:xfrm rot="10800000">
            <a:off x="7093527" y="4099025"/>
            <a:ext cx="1679412" cy="68580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/>
          <p:nvPr/>
        </p:nvCxnSpPr>
        <p:spPr>
          <a:xfrm>
            <a:off x="3419058" y="4099021"/>
            <a:ext cx="1679415" cy="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Соединительная линия уступом 58"/>
          <p:cNvCxnSpPr>
            <a:endCxn id="40" idx="1"/>
          </p:cNvCxnSpPr>
          <p:nvPr/>
        </p:nvCxnSpPr>
        <p:spPr>
          <a:xfrm flipV="1">
            <a:off x="3419057" y="4099025"/>
            <a:ext cx="1679415" cy="137852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/>
          <p:cNvCxnSpPr>
            <a:stCxn id="40" idx="2"/>
            <a:endCxn id="51" idx="0"/>
          </p:cNvCxnSpPr>
          <p:nvPr/>
        </p:nvCxnSpPr>
        <p:spPr>
          <a:xfrm rot="5400000">
            <a:off x="5905501" y="4788287"/>
            <a:ext cx="380999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53883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Группа 28"/>
          <p:cNvGrpSpPr/>
          <p:nvPr/>
        </p:nvGrpSpPr>
        <p:grpSpPr>
          <a:xfrm>
            <a:off x="1424003" y="1691798"/>
            <a:ext cx="9343995" cy="997530"/>
            <a:chOff x="1613497" y="1691798"/>
            <a:chExt cx="9343995" cy="997530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8962437" y="1691798"/>
              <a:ext cx="1995055" cy="997527"/>
            </a:xfrm>
            <a:prstGeom prst="rect">
              <a:avLst/>
            </a:prstGeom>
            <a:solidFill>
              <a:srgbClr val="7CAFD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Externals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287967" y="1691801"/>
              <a:ext cx="1995055" cy="997527"/>
            </a:xfrm>
            <a:prstGeom prst="rect">
              <a:avLst/>
            </a:prstGeom>
            <a:solidFill>
              <a:srgbClr val="F4B18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Core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613497" y="1691798"/>
              <a:ext cx="1995055" cy="997527"/>
            </a:xfrm>
            <a:prstGeom prst="rect">
              <a:avLst/>
            </a:prstGeom>
            <a:solidFill>
              <a:srgbClr val="FFAFB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View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cxnSp>
          <p:nvCxnSpPr>
            <p:cNvPr id="24" name="Соединительная линия уступом 23"/>
            <p:cNvCxnSpPr>
              <a:stCxn id="22" idx="3"/>
              <a:endCxn id="7" idx="1"/>
            </p:cNvCxnSpPr>
            <p:nvPr/>
          </p:nvCxnSpPr>
          <p:spPr>
            <a:xfrm>
              <a:off x="3608552" y="2190562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Соединительная линия уступом 25"/>
            <p:cNvCxnSpPr>
              <a:stCxn id="8" idx="1"/>
              <a:endCxn id="7" idx="3"/>
            </p:cNvCxnSpPr>
            <p:nvPr/>
          </p:nvCxnSpPr>
          <p:spPr>
            <a:xfrm rot="10800000" flipV="1">
              <a:off x="7283023" y="2190561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Прямоугольник 38"/>
          <p:cNvSpPr/>
          <p:nvPr/>
        </p:nvSpPr>
        <p:spPr>
          <a:xfrm>
            <a:off x="8772939" y="4286061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Gateway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5098472" y="3600261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Interactor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1424004" y="3600261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Presenter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1424003" y="4978788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Controller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5098471" y="4978787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Entity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52" name="Соединительная линия уступом 51"/>
          <p:cNvCxnSpPr>
            <a:stCxn id="39" idx="1"/>
            <a:endCxn id="40" idx="3"/>
          </p:cNvCxnSpPr>
          <p:nvPr/>
        </p:nvCxnSpPr>
        <p:spPr>
          <a:xfrm rot="10800000">
            <a:off x="7093527" y="4099025"/>
            <a:ext cx="1679412" cy="68580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/>
          <p:nvPr/>
        </p:nvCxnSpPr>
        <p:spPr>
          <a:xfrm>
            <a:off x="3419058" y="4099021"/>
            <a:ext cx="1679415" cy="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Соединительная линия уступом 58"/>
          <p:cNvCxnSpPr>
            <a:endCxn id="40" idx="1"/>
          </p:cNvCxnSpPr>
          <p:nvPr/>
        </p:nvCxnSpPr>
        <p:spPr>
          <a:xfrm flipV="1">
            <a:off x="3419057" y="4099025"/>
            <a:ext cx="1679415" cy="137852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/>
          <p:cNvCxnSpPr>
            <a:stCxn id="40" idx="2"/>
            <a:endCxn id="51" idx="0"/>
          </p:cNvCxnSpPr>
          <p:nvPr/>
        </p:nvCxnSpPr>
        <p:spPr>
          <a:xfrm rot="5400000">
            <a:off x="5905501" y="4788287"/>
            <a:ext cx="380999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2007206" y="635051"/>
            <a:ext cx="828648" cy="828648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9356142" y="636175"/>
            <a:ext cx="828648" cy="8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143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Группа 28"/>
          <p:cNvGrpSpPr/>
          <p:nvPr/>
        </p:nvGrpSpPr>
        <p:grpSpPr>
          <a:xfrm>
            <a:off x="1424003" y="1691798"/>
            <a:ext cx="9343995" cy="997530"/>
            <a:chOff x="1613497" y="1691798"/>
            <a:chExt cx="9343995" cy="997530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8962437" y="1691798"/>
              <a:ext cx="1995055" cy="997527"/>
            </a:xfrm>
            <a:prstGeom prst="rect">
              <a:avLst/>
            </a:prstGeom>
            <a:solidFill>
              <a:srgbClr val="7CAFD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Externals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287967" y="1691801"/>
              <a:ext cx="1995055" cy="997527"/>
            </a:xfrm>
            <a:prstGeom prst="rect">
              <a:avLst/>
            </a:prstGeom>
            <a:solidFill>
              <a:srgbClr val="F4B18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Core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613497" y="1691798"/>
              <a:ext cx="1995055" cy="997527"/>
            </a:xfrm>
            <a:prstGeom prst="rect">
              <a:avLst/>
            </a:prstGeom>
            <a:solidFill>
              <a:srgbClr val="FFAFB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View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cxnSp>
          <p:nvCxnSpPr>
            <p:cNvPr id="24" name="Соединительная линия уступом 23"/>
            <p:cNvCxnSpPr>
              <a:stCxn id="22" idx="3"/>
              <a:endCxn id="7" idx="1"/>
            </p:cNvCxnSpPr>
            <p:nvPr/>
          </p:nvCxnSpPr>
          <p:spPr>
            <a:xfrm>
              <a:off x="3608552" y="2190562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Соединительная линия уступом 25"/>
            <p:cNvCxnSpPr>
              <a:stCxn id="8" idx="1"/>
              <a:endCxn id="7" idx="3"/>
            </p:cNvCxnSpPr>
            <p:nvPr/>
          </p:nvCxnSpPr>
          <p:spPr>
            <a:xfrm rot="10800000" flipV="1">
              <a:off x="7283023" y="2190561"/>
              <a:ext cx="1679415" cy="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Прямоугольник 38"/>
          <p:cNvSpPr/>
          <p:nvPr/>
        </p:nvSpPr>
        <p:spPr>
          <a:xfrm>
            <a:off x="8772939" y="4286061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Gateway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5098472" y="3600261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Interactor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1424004" y="3600261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Presenter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1424003" y="4978788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Controller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5098471" y="4978787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Entity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52" name="Соединительная линия уступом 51"/>
          <p:cNvCxnSpPr>
            <a:stCxn id="39" idx="1"/>
            <a:endCxn id="40" idx="3"/>
          </p:cNvCxnSpPr>
          <p:nvPr/>
        </p:nvCxnSpPr>
        <p:spPr>
          <a:xfrm rot="10800000">
            <a:off x="7093527" y="4099025"/>
            <a:ext cx="1679412" cy="68580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/>
          <p:nvPr/>
        </p:nvCxnSpPr>
        <p:spPr>
          <a:xfrm>
            <a:off x="3419058" y="4099021"/>
            <a:ext cx="1679415" cy="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Соединительная линия уступом 58"/>
          <p:cNvCxnSpPr>
            <a:endCxn id="40" idx="1"/>
          </p:cNvCxnSpPr>
          <p:nvPr/>
        </p:nvCxnSpPr>
        <p:spPr>
          <a:xfrm flipV="1">
            <a:off x="3419057" y="4099025"/>
            <a:ext cx="1679415" cy="137852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/>
          <p:cNvCxnSpPr>
            <a:stCxn id="40" idx="2"/>
            <a:endCxn id="51" idx="0"/>
          </p:cNvCxnSpPr>
          <p:nvPr/>
        </p:nvCxnSpPr>
        <p:spPr>
          <a:xfrm rot="5400000">
            <a:off x="5905501" y="4788287"/>
            <a:ext cx="380999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5681674" y="676196"/>
            <a:ext cx="828648" cy="8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328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1531071" y="651799"/>
            <a:ext cx="4094016" cy="562563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5621144" y="4427251"/>
            <a:ext cx="5202190" cy="180637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87633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1531070" y="712872"/>
            <a:ext cx="9215699" cy="365592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</p:spTree>
    <p:extLst>
      <p:ext uri="{BB962C8B-B14F-4D97-AF65-F5344CB8AC3E}">
        <p14:creationId xmlns:p14="http://schemas.microsoft.com/office/powerpoint/2010/main" val="421232380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1529152" y="4407614"/>
            <a:ext cx="9156886" cy="182302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661246" y="645459"/>
            <a:ext cx="5032049" cy="376215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14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532968" y="2325010"/>
            <a:ext cx="912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ТЕСТИРОВАНИЕ</a:t>
            </a:r>
            <a:endParaRPr lang="en-US" sz="48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9668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/>
          <p:cNvSpPr/>
          <p:nvPr/>
        </p:nvSpPr>
        <p:spPr>
          <a:xfrm>
            <a:off x="1548581" y="4385187"/>
            <a:ext cx="9094839" cy="182692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532968" y="5438669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Externals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546683" y="755642"/>
            <a:ext cx="4094015" cy="36295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7912955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Реальные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579976" y="755642"/>
            <a:ext cx="9126064" cy="3629544"/>
            <a:chOff x="1532968" y="755642"/>
            <a:chExt cx="9126064" cy="362954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100931" y="1650238"/>
              <a:ext cx="1995055" cy="997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Поведение</a:t>
              </a:r>
            </a:p>
          </p:txBody>
        </p:sp>
        <p:cxnSp>
          <p:nvCxnSpPr>
            <p:cNvPr id="4" name="Соединительная линия уступом 3"/>
            <p:cNvCxnSpPr>
              <a:stCxn id="7" idx="2"/>
              <a:endCxn id="6" idx="0"/>
            </p:cNvCxnSpPr>
            <p:nvPr/>
          </p:nvCxnSpPr>
          <p:spPr>
            <a:xfrm rot="5400000">
              <a:off x="5799469" y="2946755"/>
              <a:ext cx="597981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Прямоугольник 5"/>
            <p:cNvSpPr/>
            <p:nvPr/>
          </p:nvSpPr>
          <p:spPr>
            <a:xfrm>
              <a:off x="5100930" y="3245746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</a:rPr>
                <a:t>&lt;&lt;interface&gt;&gt;</a:t>
              </a:r>
            </a:p>
            <a:p>
              <a:pPr algn="ctr"/>
              <a:r>
                <a:rPr lang="ru-RU">
                  <a:solidFill>
                    <a:schemeClr val="tx1"/>
                  </a:solidFill>
                  <a:latin typeface="Roboto" panose="02000000000000000000" pitchFamily="2" charset="0"/>
                </a:rPr>
                <a:t>ист. данных</a:t>
              </a:r>
              <a:endParaRPr lang="ru-RU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cxnSp>
        <p:nvCxnSpPr>
          <p:cNvPr id="9" name="Соединительная линия уступом 8"/>
          <p:cNvCxnSpPr>
            <a:stCxn id="8" idx="0"/>
            <a:endCxn id="6" idx="2"/>
          </p:cNvCxnSpPr>
          <p:nvPr/>
        </p:nvCxnSpPr>
        <p:spPr>
          <a:xfrm rot="16200000" flipV="1">
            <a:off x="8174907" y="4213832"/>
            <a:ext cx="706136" cy="76501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582448" y="494940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Ист. данных подделки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957386" y="824253"/>
            <a:ext cx="912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</a:rPr>
              <a:t>View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96163" y="1650237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Представление</a:t>
            </a:r>
          </a:p>
        </p:txBody>
      </p:sp>
      <p:cxnSp>
        <p:nvCxnSpPr>
          <p:cNvPr id="23" name="Соединительная линия уступом 22"/>
          <p:cNvCxnSpPr>
            <a:stCxn id="10" idx="0"/>
            <a:endCxn id="6" idx="2"/>
          </p:cNvCxnSpPr>
          <p:nvPr/>
        </p:nvCxnSpPr>
        <p:spPr>
          <a:xfrm rot="5400000" flipH="1" flipV="1">
            <a:off x="5509653" y="2313596"/>
            <a:ext cx="706136" cy="456549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>
            <a:stCxn id="19" idx="3"/>
            <a:endCxn id="7" idx="1"/>
          </p:cNvCxnSpPr>
          <p:nvPr/>
        </p:nvCxnSpPr>
        <p:spPr>
          <a:xfrm>
            <a:off x="4591218" y="2149001"/>
            <a:ext cx="255672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597727" y="324574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UI-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Фреймворк</a:t>
            </a:r>
          </a:p>
        </p:txBody>
      </p:sp>
      <p:cxnSp>
        <p:nvCxnSpPr>
          <p:cNvPr id="31" name="Соединительная линия уступом 30"/>
          <p:cNvCxnSpPr>
            <a:stCxn id="19" idx="2"/>
            <a:endCxn id="30" idx="0"/>
          </p:cNvCxnSpPr>
          <p:nvPr/>
        </p:nvCxnSpPr>
        <p:spPr>
          <a:xfrm rot="16200000" flipH="1">
            <a:off x="3295483" y="2945972"/>
            <a:ext cx="597981" cy="15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939226" y="193645"/>
            <a:ext cx="9860704" cy="6035028"/>
          </a:xfrm>
          <a:prstGeom prst="rect">
            <a:avLst/>
          </a:prstGeom>
          <a:solidFill>
            <a:srgbClr val="FFFFFF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9" name="Группа 28"/>
          <p:cNvGrpSpPr/>
          <p:nvPr/>
        </p:nvGrpSpPr>
        <p:grpSpPr>
          <a:xfrm>
            <a:off x="2711783" y="1978484"/>
            <a:ext cx="6198699" cy="4598638"/>
            <a:chOff x="2711783" y="1978484"/>
            <a:chExt cx="6198699" cy="4598638"/>
          </a:xfrm>
        </p:grpSpPr>
        <p:pic>
          <p:nvPicPr>
            <p:cNvPr id="34" name="Рисунок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1783" y="2092086"/>
              <a:ext cx="1602262" cy="1602262"/>
            </a:xfrm>
            <a:prstGeom prst="rect">
              <a:avLst/>
            </a:prstGeom>
          </p:spPr>
        </p:pic>
        <p:pic>
          <p:nvPicPr>
            <p:cNvPr id="35" name="Рисунок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3634" y="1978484"/>
              <a:ext cx="1526848" cy="1526848"/>
            </a:xfrm>
            <a:prstGeom prst="rect">
              <a:avLst/>
            </a:prstGeom>
          </p:spPr>
        </p:pic>
        <p:pic>
          <p:nvPicPr>
            <p:cNvPr id="36" name="Рисунок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55738">
              <a:off x="4785642" y="4102905"/>
              <a:ext cx="2474217" cy="24742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25527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8087" b="6162"/>
          <a:stretch/>
        </p:blipFill>
        <p:spPr>
          <a:xfrm>
            <a:off x="3833802" y="899886"/>
            <a:ext cx="4524397" cy="51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396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Как играть в башню Дженга | Строим башню из бруск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839" y="693413"/>
            <a:ext cx="9396322" cy="547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788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p.turbosquid.com/ts-thumb/bQ/OumozY/Dr3r9jcO/jengatowercollectionmb3dmodel000/jpg/1564175505/600x600/fit_q87/a7cb485a43a1b8c93792e2a827730b61aecbb58b/jengatowercollectionmb3dmodel000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9" b="6255"/>
          <a:stretch/>
        </p:blipFill>
        <p:spPr bwMode="auto">
          <a:xfrm>
            <a:off x="3238500" y="820057"/>
            <a:ext cx="5715000" cy="510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7243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88792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212" y="2501624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385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212" y="2501624"/>
            <a:ext cx="1800000" cy="180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203413" y="3014676"/>
            <a:ext cx="828648" cy="82864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199" y="2501624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853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212" y="2501624"/>
            <a:ext cx="1800000" cy="180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203413" y="3014676"/>
            <a:ext cx="828648" cy="82864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199" y="2501624"/>
            <a:ext cx="1800000" cy="180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5860199" y="3014676"/>
            <a:ext cx="828648" cy="828648"/>
          </a:xfrm>
          <a:prstGeom prst="rect">
            <a:avLst/>
          </a:prstGeom>
        </p:spPr>
      </p:pic>
      <p:grpSp>
        <p:nvGrpSpPr>
          <p:cNvPr id="2" name="Группа 1"/>
          <p:cNvGrpSpPr/>
          <p:nvPr/>
        </p:nvGrpSpPr>
        <p:grpSpPr>
          <a:xfrm>
            <a:off x="6722119" y="2901229"/>
            <a:ext cx="1365566" cy="1231336"/>
            <a:chOff x="6688847" y="2880447"/>
            <a:chExt cx="1365566" cy="1231336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8847" y="2880447"/>
              <a:ext cx="1097107" cy="1097107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7306" y="3014676"/>
              <a:ext cx="1097107" cy="1097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88553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9218064" y="2827403"/>
            <a:ext cx="1534917" cy="1305162"/>
            <a:chOff x="9756748" y="187090"/>
            <a:chExt cx="5238835" cy="4454658"/>
          </a:xfrm>
        </p:grpSpPr>
        <p:grpSp>
          <p:nvGrpSpPr>
            <p:cNvPr id="17" name="Группа 16"/>
            <p:cNvGrpSpPr/>
            <p:nvPr/>
          </p:nvGrpSpPr>
          <p:grpSpPr>
            <a:xfrm>
              <a:off x="10357823" y="938479"/>
              <a:ext cx="4168694" cy="2403605"/>
              <a:chOff x="943633" y="1716675"/>
              <a:chExt cx="10350756" cy="5968086"/>
            </a:xfrm>
          </p:grpSpPr>
          <p:pic>
            <p:nvPicPr>
              <p:cNvPr id="15" name="Рисунок 1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781479">
                <a:off x="943633" y="1798311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3" name="Рисунок 1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43354">
                <a:off x="5407939" y="1716675"/>
                <a:ext cx="5886450" cy="5886450"/>
              </a:xfrm>
              <a:prstGeom prst="rect">
                <a:avLst/>
              </a:prstGeom>
            </p:spPr>
          </p:pic>
        </p:grpSp>
        <p:grpSp>
          <p:nvGrpSpPr>
            <p:cNvPr id="14" name="Группа 13"/>
            <p:cNvGrpSpPr/>
            <p:nvPr/>
          </p:nvGrpSpPr>
          <p:grpSpPr>
            <a:xfrm>
              <a:off x="9756748" y="187090"/>
              <a:ext cx="5238835" cy="4454658"/>
              <a:chOff x="-548819" y="-160111"/>
              <a:chExt cx="13007886" cy="11060793"/>
            </a:xfrm>
          </p:grpSpPr>
          <p:pic>
            <p:nvPicPr>
              <p:cNvPr id="16" name="Рисунок 15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3834467" y="-61872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6" name="Рисунок 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72617" y="92233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1" name="Рисунок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48819" y="-160111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2" name="Рисунок 11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413" y="5014232"/>
                <a:ext cx="5886450" cy="5886450"/>
              </a:xfrm>
              <a:prstGeom prst="rect">
                <a:avLst/>
              </a:prstGeom>
            </p:spPr>
          </p:pic>
        </p:grpSp>
      </p:grpSp>
      <p:pic>
        <p:nvPicPr>
          <p:cNvPr id="29" name="Рисунок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212" y="2501624"/>
            <a:ext cx="1800000" cy="1800000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203413" y="3014676"/>
            <a:ext cx="828648" cy="828648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199" y="2501624"/>
            <a:ext cx="1800000" cy="1800000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5860199" y="3014676"/>
            <a:ext cx="828648" cy="828648"/>
          </a:xfrm>
          <a:prstGeom prst="rect">
            <a:avLst/>
          </a:prstGeom>
        </p:spPr>
      </p:pic>
      <p:grpSp>
        <p:nvGrpSpPr>
          <p:cNvPr id="33" name="Группа 32"/>
          <p:cNvGrpSpPr/>
          <p:nvPr/>
        </p:nvGrpSpPr>
        <p:grpSpPr>
          <a:xfrm>
            <a:off x="6722119" y="2901229"/>
            <a:ext cx="1365566" cy="1231336"/>
            <a:chOff x="6688847" y="2880447"/>
            <a:chExt cx="1365566" cy="1231336"/>
          </a:xfrm>
        </p:grpSpPr>
        <p:pic>
          <p:nvPicPr>
            <p:cNvPr id="34" name="Рисунок 3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8847" y="2880447"/>
              <a:ext cx="1097107" cy="1097107"/>
            </a:xfrm>
            <a:prstGeom prst="rect">
              <a:avLst/>
            </a:prstGeom>
          </p:spPr>
        </p:pic>
        <p:pic>
          <p:nvPicPr>
            <p:cNvPr id="35" name="Рисунок 3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7306" y="3014676"/>
              <a:ext cx="1097107" cy="1097107"/>
            </a:xfrm>
            <a:prstGeom prst="rect">
              <a:avLst/>
            </a:prstGeom>
          </p:spPr>
        </p:pic>
      </p:grpSp>
      <p:pic>
        <p:nvPicPr>
          <p:cNvPr id="36" name="Рисунок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8120957" y="3014676"/>
            <a:ext cx="828648" cy="8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35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/>
          <p:cNvGrpSpPr/>
          <p:nvPr/>
        </p:nvGrpSpPr>
        <p:grpSpPr>
          <a:xfrm>
            <a:off x="3670475" y="2501624"/>
            <a:ext cx="2839849" cy="1800000"/>
            <a:chOff x="1192212" y="2501624"/>
            <a:chExt cx="2839849" cy="1800000"/>
          </a:xfrm>
        </p:grpSpPr>
        <p:pic>
          <p:nvPicPr>
            <p:cNvPr id="22" name="Рисунок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2212" y="2501624"/>
              <a:ext cx="1800000" cy="1800000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3203413" y="3014676"/>
              <a:ext cx="828648" cy="828648"/>
            </a:xfrm>
            <a:prstGeom prst="rect">
              <a:avLst/>
            </a:prstGeom>
          </p:spPr>
        </p:pic>
      </p:grpSp>
      <p:grpSp>
        <p:nvGrpSpPr>
          <p:cNvPr id="6" name="Группа 5"/>
          <p:cNvGrpSpPr/>
          <p:nvPr/>
        </p:nvGrpSpPr>
        <p:grpSpPr>
          <a:xfrm>
            <a:off x="6721525" y="2776419"/>
            <a:ext cx="1534917" cy="1305162"/>
            <a:chOff x="9756748" y="187090"/>
            <a:chExt cx="5238835" cy="4454658"/>
          </a:xfrm>
        </p:grpSpPr>
        <p:grpSp>
          <p:nvGrpSpPr>
            <p:cNvPr id="8" name="Группа 7"/>
            <p:cNvGrpSpPr/>
            <p:nvPr/>
          </p:nvGrpSpPr>
          <p:grpSpPr>
            <a:xfrm>
              <a:off x="10357823" y="938479"/>
              <a:ext cx="4168694" cy="2403605"/>
              <a:chOff x="943633" y="1716675"/>
              <a:chExt cx="10350756" cy="5968086"/>
            </a:xfrm>
          </p:grpSpPr>
          <p:pic>
            <p:nvPicPr>
              <p:cNvPr id="15" name="Рисунок 1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781479">
                <a:off x="943633" y="1798311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6" name="Рисунок 1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43354">
                <a:off x="5407939" y="1716675"/>
                <a:ext cx="5886450" cy="5886450"/>
              </a:xfrm>
              <a:prstGeom prst="rect">
                <a:avLst/>
              </a:prstGeom>
            </p:spPr>
          </p:pic>
        </p:grpSp>
        <p:grpSp>
          <p:nvGrpSpPr>
            <p:cNvPr id="9" name="Группа 8"/>
            <p:cNvGrpSpPr/>
            <p:nvPr/>
          </p:nvGrpSpPr>
          <p:grpSpPr>
            <a:xfrm>
              <a:off x="9756748" y="187090"/>
              <a:ext cx="5238835" cy="4454658"/>
              <a:chOff x="-548819" y="-160111"/>
              <a:chExt cx="13007886" cy="11060793"/>
            </a:xfrm>
          </p:grpSpPr>
          <p:pic>
            <p:nvPicPr>
              <p:cNvPr id="11" name="Рисунок 1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3834467" y="-61872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2" name="Рисунок 1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72617" y="92233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3" name="Рисунок 1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48819" y="-160111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4" name="Рисунок 1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413" y="5014232"/>
                <a:ext cx="5886450" cy="588645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97198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/>
          <p:cNvGrpSpPr/>
          <p:nvPr/>
        </p:nvGrpSpPr>
        <p:grpSpPr>
          <a:xfrm>
            <a:off x="3670475" y="2501624"/>
            <a:ext cx="2839849" cy="1800000"/>
            <a:chOff x="1192212" y="2501624"/>
            <a:chExt cx="2839849" cy="1800000"/>
          </a:xfrm>
        </p:grpSpPr>
        <p:pic>
          <p:nvPicPr>
            <p:cNvPr id="22" name="Рисунок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2212" y="2501624"/>
              <a:ext cx="1800000" cy="1800000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3203413" y="3014676"/>
              <a:ext cx="828648" cy="828648"/>
            </a:xfrm>
            <a:prstGeom prst="rect">
              <a:avLst/>
            </a:prstGeom>
          </p:spPr>
        </p:pic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410" y="492248"/>
            <a:ext cx="2233180" cy="2233180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6721525" y="2776419"/>
            <a:ext cx="1534917" cy="1305162"/>
            <a:chOff x="9756748" y="187090"/>
            <a:chExt cx="5238835" cy="4454658"/>
          </a:xfrm>
        </p:grpSpPr>
        <p:grpSp>
          <p:nvGrpSpPr>
            <p:cNvPr id="9" name="Группа 8"/>
            <p:cNvGrpSpPr/>
            <p:nvPr/>
          </p:nvGrpSpPr>
          <p:grpSpPr>
            <a:xfrm>
              <a:off x="10357823" y="938479"/>
              <a:ext cx="4168694" cy="2403605"/>
              <a:chOff x="943633" y="1716675"/>
              <a:chExt cx="10350756" cy="5968086"/>
            </a:xfrm>
          </p:grpSpPr>
          <p:pic>
            <p:nvPicPr>
              <p:cNvPr id="16" name="Рисунок 1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781479">
                <a:off x="943633" y="1798311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7" name="Рисунок 1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43354">
                <a:off x="5407939" y="1716675"/>
                <a:ext cx="5886450" cy="5886450"/>
              </a:xfrm>
              <a:prstGeom prst="rect">
                <a:avLst/>
              </a:prstGeom>
            </p:spPr>
          </p:pic>
        </p:grpSp>
        <p:grpSp>
          <p:nvGrpSpPr>
            <p:cNvPr id="11" name="Группа 10"/>
            <p:cNvGrpSpPr/>
            <p:nvPr/>
          </p:nvGrpSpPr>
          <p:grpSpPr>
            <a:xfrm>
              <a:off x="9756748" y="187090"/>
              <a:ext cx="5238835" cy="4454658"/>
              <a:chOff x="-548819" y="-160111"/>
              <a:chExt cx="13007886" cy="11060793"/>
            </a:xfrm>
          </p:grpSpPr>
          <p:pic>
            <p:nvPicPr>
              <p:cNvPr id="12" name="Рисунок 1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3834467" y="-61872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3" name="Рисунок 1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72617" y="92233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4" name="Рисунок 1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48819" y="-160111"/>
                <a:ext cx="5886450" cy="5886450"/>
              </a:xfrm>
              <a:prstGeom prst="rect">
                <a:avLst/>
              </a:prstGeom>
            </p:spPr>
          </p:pic>
          <p:pic>
            <p:nvPicPr>
              <p:cNvPr id="15" name="Рисунок 1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3413" y="5014232"/>
                <a:ext cx="5886450" cy="588645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3646013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873" y="707118"/>
            <a:ext cx="4442712" cy="4442712"/>
          </a:xfrm>
          <a:prstGeom prst="rect">
            <a:avLst/>
          </a:prstGeom>
        </p:spPr>
      </p:pic>
      <p:sp>
        <p:nvSpPr>
          <p:cNvPr id="84" name="Какой-то текст для чего-то там, в общем надо сюда будет что-то написать"/>
          <p:cNvSpPr txBox="1"/>
          <p:nvPr/>
        </p:nvSpPr>
        <p:spPr>
          <a:xfrm>
            <a:off x="938089" y="976753"/>
            <a:ext cx="4766026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000">
                <a:latin typeface="TTTravels-Bold"/>
                <a:ea typeface="TTTravels-Bold"/>
                <a:cs typeface="TTTravels-Bold"/>
                <a:sym typeface="TTTravels-Bold"/>
              </a:defRPr>
            </a:lvl1pPr>
          </a:lstStyle>
          <a:p>
            <a:r>
              <a:rPr lang="ru-RU" dirty="0"/>
              <a:t>Спасибо за внимание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206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Приложение</a:t>
            </a:r>
          </a:p>
        </p:txBody>
      </p:sp>
      <p:cxnSp>
        <p:nvCxnSpPr>
          <p:cNvPr id="4" name="Соединительная линия уступом 3"/>
          <p:cNvCxnSpPr>
            <a:endCxn id="6" idx="3"/>
          </p:cNvCxnSpPr>
          <p:nvPr/>
        </p:nvCxnSpPr>
        <p:spPr>
          <a:xfrm rot="10800000">
            <a:off x="3638683" y="1911859"/>
            <a:ext cx="1505792" cy="88643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643628" y="1413094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Монитор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8490150" y="141309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Commands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7" name="Соединительная линия уступом 16"/>
          <p:cNvCxnSpPr>
            <a:endCxn id="16" idx="1"/>
          </p:cNvCxnSpPr>
          <p:nvPr/>
        </p:nvCxnSpPr>
        <p:spPr>
          <a:xfrm flipV="1">
            <a:off x="7139530" y="1911857"/>
            <a:ext cx="1350620" cy="88643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1643628" y="356886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Клавиатура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Мышь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22" name="Соединительная линия уступом 21"/>
          <p:cNvCxnSpPr>
            <a:stCxn id="21" idx="3"/>
          </p:cNvCxnSpPr>
          <p:nvPr/>
        </p:nvCxnSpPr>
        <p:spPr>
          <a:xfrm flipV="1">
            <a:off x="3638683" y="3297058"/>
            <a:ext cx="1505792" cy="770569"/>
          </a:xfrm>
          <a:prstGeom prst="bentConnector3">
            <a:avLst>
              <a:gd name="adj1" fmla="val 49422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8490150" y="356886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Queries</a:t>
            </a:r>
          </a:p>
        </p:txBody>
      </p:sp>
      <p:cxnSp>
        <p:nvCxnSpPr>
          <p:cNvPr id="31" name="Соединительная линия уступом 30"/>
          <p:cNvCxnSpPr>
            <a:stCxn id="30" idx="1"/>
          </p:cNvCxnSpPr>
          <p:nvPr/>
        </p:nvCxnSpPr>
        <p:spPr>
          <a:xfrm rot="10800000">
            <a:off x="7139532" y="3297059"/>
            <a:ext cx="1350619" cy="770568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0573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Приложение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Commands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Queries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73173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Приложение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Commands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Queries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25553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Приложение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Commands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Queries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14442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Fn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(Input)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Output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Input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63144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448875" y="150106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Сайд-эффект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команды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53820" y="3498930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Программа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5" name="Соединительная линия уступом 14"/>
          <p:cNvCxnSpPr/>
          <p:nvPr/>
        </p:nvCxnSpPr>
        <p:spPr>
          <a:xfrm rot="10800000" flipH="1">
            <a:off x="4443930" y="1999831"/>
            <a:ext cx="1156589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600519" y="150106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Значение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8752163" y="1501069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Value </a:t>
            </a:r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таблицы 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I/O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6" name="Соединительная линия уступом 15"/>
          <p:cNvCxnSpPr/>
          <p:nvPr/>
        </p:nvCxnSpPr>
        <p:spPr>
          <a:xfrm rot="10800000">
            <a:off x="7595574" y="1999829"/>
            <a:ext cx="1156589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23531" y="2812695"/>
            <a:ext cx="1998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Выводом является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048" y="1594184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9621" y="1565783"/>
            <a:ext cx="5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Есть</a:t>
            </a:r>
          </a:p>
        </p:txBody>
      </p:sp>
      <p:cxnSp>
        <p:nvCxnSpPr>
          <p:cNvPr id="25" name="Соединительная линия уступом 24"/>
          <p:cNvCxnSpPr>
            <a:stCxn id="13" idx="0"/>
            <a:endCxn id="7" idx="1"/>
          </p:cNvCxnSpPr>
          <p:nvPr/>
        </p:nvCxnSpPr>
        <p:spPr>
          <a:xfrm rot="5400000" flipH="1" flipV="1">
            <a:off x="1200563" y="2250619"/>
            <a:ext cx="1499097" cy="997527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8752163" y="344697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Тесты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27" name="Соединительная линия уступом 26"/>
          <p:cNvCxnSpPr/>
          <p:nvPr/>
        </p:nvCxnSpPr>
        <p:spPr>
          <a:xfrm rot="5400000" flipH="1" flipV="1">
            <a:off x="9278519" y="2969767"/>
            <a:ext cx="94234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801703" y="2785440"/>
            <a:ext cx="191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 берется из</a:t>
            </a:r>
          </a:p>
        </p:txBody>
      </p:sp>
      <p:cxnSp>
        <p:nvCxnSpPr>
          <p:cNvPr id="29" name="Соединительная линия уступом 28"/>
          <p:cNvCxnSpPr/>
          <p:nvPr/>
        </p:nvCxnSpPr>
        <p:spPr>
          <a:xfrm rot="10800000" flipV="1">
            <a:off x="2480050" y="3994887"/>
            <a:ext cx="6206751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00048" y="3496123"/>
            <a:ext cx="1955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Проверяют вывод</a:t>
            </a:r>
          </a:p>
        </p:txBody>
      </p:sp>
    </p:spTree>
    <p:extLst>
      <p:ext uri="{BB962C8B-B14F-4D97-AF65-F5344CB8AC3E}">
        <p14:creationId xmlns:p14="http://schemas.microsoft.com/office/powerpoint/2010/main" val="322812603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33965" y="3161905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Искусственная сложность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33964" y="109586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Устаревание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6955366" y="414695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Регресс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6955366" y="220347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Рефакторинг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3883394" y="3201000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Структура</a:t>
            </a:r>
            <a:endParaRPr lang="en-US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8605" y="2467465"/>
            <a:ext cx="1533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Выражается 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6565" y="3200999"/>
            <a:ext cx="1359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Определяет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366" y="2203473"/>
            <a:ext cx="1137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Изменяет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6719" y="3515097"/>
            <a:ext cx="1223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Усложняет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10027338" y="3201000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Тесты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767" y="5201770"/>
            <a:ext cx="2306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Должны защищать от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2767" y="2098133"/>
            <a:ext cx="284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должны реагировать на</a:t>
            </a:r>
          </a:p>
        </p:txBody>
      </p:sp>
      <p:cxnSp>
        <p:nvCxnSpPr>
          <p:cNvPr id="29" name="Соединительная линия уступом 28"/>
          <p:cNvCxnSpPr>
            <a:stCxn id="26" idx="0"/>
            <a:endCxn id="21" idx="3"/>
          </p:cNvCxnSpPr>
          <p:nvPr/>
        </p:nvCxnSpPr>
        <p:spPr>
          <a:xfrm rot="16200000" flipV="1">
            <a:off x="9738263" y="1914396"/>
            <a:ext cx="498763" cy="2074445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Соединительная линия уступом 31"/>
          <p:cNvCxnSpPr>
            <a:stCxn id="26" idx="2"/>
          </p:cNvCxnSpPr>
          <p:nvPr/>
        </p:nvCxnSpPr>
        <p:spPr>
          <a:xfrm rot="5400000">
            <a:off x="9764049" y="3384900"/>
            <a:ext cx="447191" cy="2074445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ная линия уступом 32"/>
          <p:cNvCxnSpPr>
            <a:stCxn id="16" idx="0"/>
          </p:cNvCxnSpPr>
          <p:nvPr/>
        </p:nvCxnSpPr>
        <p:spPr>
          <a:xfrm rot="5400000" flipH="1" flipV="1">
            <a:off x="7481722" y="3675781"/>
            <a:ext cx="94234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38"/>
          <p:cNvCxnSpPr>
            <a:stCxn id="21" idx="1"/>
            <a:endCxn id="30" idx="0"/>
          </p:cNvCxnSpPr>
          <p:nvPr/>
        </p:nvCxnSpPr>
        <p:spPr>
          <a:xfrm rot="10800000" flipV="1">
            <a:off x="4880922" y="2702236"/>
            <a:ext cx="2074444" cy="498763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43"/>
          <p:cNvCxnSpPr>
            <a:stCxn id="30" idx="1"/>
          </p:cNvCxnSpPr>
          <p:nvPr/>
        </p:nvCxnSpPr>
        <p:spPr>
          <a:xfrm rot="10800000">
            <a:off x="2229020" y="3699764"/>
            <a:ext cx="1654375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ная линия уступом 45"/>
          <p:cNvCxnSpPr>
            <a:stCxn id="7" idx="0"/>
          </p:cNvCxnSpPr>
          <p:nvPr/>
        </p:nvCxnSpPr>
        <p:spPr>
          <a:xfrm rot="16200000" flipV="1">
            <a:off x="697237" y="2627649"/>
            <a:ext cx="1068511" cy="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34914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removeUser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2745856" y="475322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getAllUsers</a:t>
            </a:r>
          </a:p>
        </p:txBody>
      </p:sp>
      <p:cxnSp>
        <p:nvCxnSpPr>
          <p:cNvPr id="22" name="Соединительная линия уступом 21"/>
          <p:cNvCxnSpPr>
            <a:stCxn id="7" idx="1"/>
            <a:endCxn id="21" idx="0"/>
          </p:cNvCxnSpPr>
          <p:nvPr/>
        </p:nvCxnSpPr>
        <p:spPr>
          <a:xfrm rot="10800000" flipV="1">
            <a:off x="3743385" y="3070097"/>
            <a:ext cx="1401091" cy="1683130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5144475" y="4753228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getUsersByFilter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660065" y="475322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getUsersByRole</a:t>
            </a:r>
          </a:p>
        </p:txBody>
      </p:sp>
      <p:cxnSp>
        <p:nvCxnSpPr>
          <p:cNvPr id="15" name="Соединительная линия уступом 14"/>
          <p:cNvCxnSpPr/>
          <p:nvPr/>
        </p:nvCxnSpPr>
        <p:spPr>
          <a:xfrm rot="16200000" flipH="1">
            <a:off x="5563709" y="4174934"/>
            <a:ext cx="1156589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/>
          <p:cNvCxnSpPr>
            <a:stCxn id="7" idx="3"/>
            <a:endCxn id="13" idx="0"/>
          </p:cNvCxnSpPr>
          <p:nvPr/>
        </p:nvCxnSpPr>
        <p:spPr>
          <a:xfrm>
            <a:off x="7139530" y="3070097"/>
            <a:ext cx="1518063" cy="1683130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36085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2283990" y="1650238"/>
            <a:ext cx="7624020" cy="4296698"/>
            <a:chOff x="2387230" y="1650238"/>
            <a:chExt cx="7624020" cy="429669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2387230" y="1650238"/>
              <a:ext cx="7624020" cy="4296698"/>
              <a:chOff x="2399519" y="1560850"/>
              <a:chExt cx="7624020" cy="4296698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5216460" y="1560850"/>
                <a:ext cx="1995055" cy="99752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8028484" y="4860021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Реальные</a:t>
                </a:r>
              </a:p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</a:p>
            </p:txBody>
          </p:sp>
          <p:cxnSp>
            <p:nvCxnSpPr>
              <p:cNvPr id="4" name="Соединительная линия уступом 3"/>
              <p:cNvCxnSpPr>
                <a:stCxn id="7" idx="2"/>
                <a:endCxn id="6" idx="0"/>
              </p:cNvCxnSpPr>
              <p:nvPr/>
            </p:nvCxnSpPr>
            <p:spPr>
              <a:xfrm rot="5400000">
                <a:off x="5914998" y="2857367"/>
                <a:ext cx="597981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Прямоугольник 5"/>
              <p:cNvSpPr/>
              <p:nvPr/>
            </p:nvSpPr>
            <p:spPr>
              <a:xfrm>
                <a:off x="5216459" y="3156358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&lt;&lt;interface&gt;&gt;</a:t>
                </a:r>
              </a:p>
              <a:p>
                <a:pPr algn="ctr"/>
                <a:r>
                  <a:rPr lang="ru-RU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cxnSp>
            <p:nvCxnSpPr>
              <p:cNvPr id="9" name="Соединительная линия уступом 8"/>
              <p:cNvCxnSpPr>
                <a:stCxn id="8" idx="0"/>
                <a:endCxn id="6" idx="2"/>
              </p:cNvCxnSpPr>
              <p:nvPr/>
            </p:nvCxnSpPr>
            <p:spPr>
              <a:xfrm rot="16200000" flipV="1">
                <a:off x="7266932" y="3100940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Прямоугольник 9"/>
              <p:cNvSpPr/>
              <p:nvPr/>
            </p:nvSpPr>
            <p:spPr>
              <a:xfrm>
                <a:off x="2399519" y="4860020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Ист. данных подделки</a:t>
                </a:r>
              </a:p>
            </p:txBody>
          </p:sp>
        </p:grpSp>
        <p:cxnSp>
          <p:nvCxnSpPr>
            <p:cNvPr id="15" name="Соединительная линия уступом 14"/>
            <p:cNvCxnSpPr/>
            <p:nvPr/>
          </p:nvCxnSpPr>
          <p:spPr>
            <a:xfrm rot="5400000" flipH="1" flipV="1">
              <a:off x="4442616" y="3194178"/>
              <a:ext cx="706136" cy="281202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640" y="3879494"/>
            <a:ext cx="949580" cy="949580"/>
          </a:xfrm>
          <a:prstGeom prst="rect">
            <a:avLst/>
          </a:prstGeom>
        </p:spPr>
      </p:pic>
      <p:sp>
        <p:nvSpPr>
          <p:cNvPr id="11" name="Дуга 10"/>
          <p:cNvSpPr/>
          <p:nvPr/>
        </p:nvSpPr>
        <p:spPr>
          <a:xfrm rot="7435124">
            <a:off x="187845" y="-558801"/>
            <a:ext cx="9826171" cy="982617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Дуга 11"/>
          <p:cNvSpPr/>
          <p:nvPr/>
        </p:nvSpPr>
        <p:spPr>
          <a:xfrm rot="7931852">
            <a:off x="2206322" y="-2911186"/>
            <a:ext cx="7126929" cy="7854292"/>
          </a:xfrm>
          <a:prstGeom prst="arc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581" y="4596340"/>
            <a:ext cx="653595" cy="65359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524" y="4596340"/>
            <a:ext cx="653595" cy="65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1805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3175000" y="508000"/>
            <a:ext cx="5842000" cy="5842000"/>
          </a:xfrm>
          <a:prstGeom prst="ellipse">
            <a:avLst/>
          </a:prstGeom>
          <a:solidFill>
            <a:srgbClr val="FFAFB1">
              <a:alpha val="30980"/>
            </a:srgbClr>
          </a:solidFill>
          <a:ln>
            <a:solidFill>
              <a:srgbClr val="FFA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572459" y="725713"/>
            <a:ext cx="10470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ЛУК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600" y="2138816"/>
            <a:ext cx="2580368" cy="258036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946" y="2256970"/>
            <a:ext cx="2083254" cy="208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5426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/>
          <p:cNvSpPr/>
          <p:nvPr/>
        </p:nvSpPr>
        <p:spPr>
          <a:xfrm>
            <a:off x="2974109" y="307109"/>
            <a:ext cx="6243782" cy="6243782"/>
          </a:xfrm>
          <a:prstGeom prst="ellipse">
            <a:avLst/>
          </a:prstGeom>
          <a:solidFill>
            <a:schemeClr val="accent6">
              <a:lumMod val="50000"/>
              <a:alpha val="3098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/>
          <p:cNvSpPr/>
          <p:nvPr/>
        </p:nvSpPr>
        <p:spPr>
          <a:xfrm>
            <a:off x="4181764" y="1514764"/>
            <a:ext cx="3828473" cy="3828473"/>
          </a:xfrm>
          <a:prstGeom prst="ellipse">
            <a:avLst/>
          </a:prstGeom>
          <a:solidFill>
            <a:schemeClr val="bg1">
              <a:alpha val="3098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114578" y="3075057"/>
            <a:ext cx="19628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program</a:t>
            </a:r>
            <a:endParaRPr lang="ru-RU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5669441" y="556994"/>
            <a:ext cx="853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I/O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79600113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/>
          <p:cNvGrpSpPr/>
          <p:nvPr/>
        </p:nvGrpSpPr>
        <p:grpSpPr>
          <a:xfrm>
            <a:off x="1092313" y="1286324"/>
            <a:ext cx="10007374" cy="4285353"/>
            <a:chOff x="2038298" y="1261241"/>
            <a:chExt cx="10007374" cy="4285353"/>
          </a:xfrm>
        </p:grpSpPr>
        <p:sp>
          <p:nvSpPr>
            <p:cNvPr id="20" name="Прямоугольник 19"/>
            <p:cNvSpPr/>
            <p:nvPr/>
          </p:nvSpPr>
          <p:spPr>
            <a:xfrm>
              <a:off x="10050617" y="2905151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Тест</a:t>
              </a: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5935174" y="1968660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Слепок вызовов</a:t>
              </a:r>
              <a:endParaRPr lang="en-US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5691970" y="1261241"/>
              <a:ext cx="2460680" cy="428535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5935174" y="3773214"/>
              <a:ext cx="1995055" cy="9975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Roboto" panose="02000000000000000000" pitchFamily="2" charset="0"/>
                </a:rPr>
                <a:t>Слепок вызовов</a:t>
              </a:r>
              <a:endParaRPr lang="en-US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cxnSp>
          <p:nvCxnSpPr>
            <p:cNvPr id="28" name="Соединительная линия уступом 27"/>
            <p:cNvCxnSpPr>
              <a:stCxn id="20" idx="1"/>
            </p:cNvCxnSpPr>
            <p:nvPr/>
          </p:nvCxnSpPr>
          <p:spPr>
            <a:xfrm rot="10800000" flipV="1">
              <a:off x="8153039" y="3403914"/>
              <a:ext cx="1897578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8502701" y="2966186"/>
              <a:ext cx="1325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Сравнивает</a:t>
              </a:r>
            </a:p>
          </p:txBody>
        </p:sp>
        <p:grpSp>
          <p:nvGrpSpPr>
            <p:cNvPr id="11" name="Группа 10"/>
            <p:cNvGrpSpPr/>
            <p:nvPr/>
          </p:nvGrpSpPr>
          <p:grpSpPr>
            <a:xfrm>
              <a:off x="2038298" y="3828411"/>
              <a:ext cx="3893022" cy="997527"/>
              <a:chOff x="2041763" y="1968659"/>
              <a:chExt cx="3893022" cy="997527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2041763" y="1968659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 v</a:t>
                </a:r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1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281938" y="2098348"/>
                <a:ext cx="12884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Генерирует</a:t>
                </a:r>
              </a:p>
            </p:txBody>
          </p:sp>
          <p:cxnSp>
            <p:nvCxnSpPr>
              <p:cNvPr id="31" name="Соединительная линия уступом 30"/>
              <p:cNvCxnSpPr/>
              <p:nvPr/>
            </p:nvCxnSpPr>
            <p:spPr>
              <a:xfrm rot="10800000" flipH="1" flipV="1">
                <a:off x="4037207" y="2469829"/>
                <a:ext cx="1897578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Группа 31"/>
            <p:cNvGrpSpPr/>
            <p:nvPr/>
          </p:nvGrpSpPr>
          <p:grpSpPr>
            <a:xfrm>
              <a:off x="2038298" y="2121059"/>
              <a:ext cx="3893022" cy="997527"/>
              <a:chOff x="2041763" y="1968659"/>
              <a:chExt cx="3893022" cy="997527"/>
            </a:xfrm>
          </p:grpSpPr>
          <p:sp>
            <p:nvSpPr>
              <p:cNvPr id="33" name="Прямоугольник 32"/>
              <p:cNvSpPr/>
              <p:nvPr/>
            </p:nvSpPr>
            <p:spPr>
              <a:xfrm>
                <a:off x="2041763" y="1968659"/>
                <a:ext cx="1995055" cy="9975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Программа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</a:rPr>
                  <a:t> v2</a:t>
                </a:r>
                <a:endParaRPr lang="ru-RU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81938" y="2098348"/>
                <a:ext cx="12884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Генерирует</a:t>
                </a:r>
              </a:p>
            </p:txBody>
          </p:sp>
          <p:cxnSp>
            <p:nvCxnSpPr>
              <p:cNvPr id="35" name="Соединительная линия уступом 34"/>
              <p:cNvCxnSpPr/>
              <p:nvPr/>
            </p:nvCxnSpPr>
            <p:spPr>
              <a:xfrm rot="10800000" flipH="1" flipV="1">
                <a:off x="4037207" y="2469829"/>
                <a:ext cx="1897578" cy="1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5825425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579476C1-70C6-4EA3-8DA4-66FB7A95E097}"/>
              </a:ext>
            </a:extLst>
          </p:cNvPr>
          <p:cNvGrpSpPr/>
          <p:nvPr/>
        </p:nvGrpSpPr>
        <p:grpSpPr>
          <a:xfrm>
            <a:off x="710324" y="2344088"/>
            <a:ext cx="11226015" cy="1915903"/>
            <a:chOff x="710324" y="2344088"/>
            <a:chExt cx="11226015" cy="1915903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2CC0D80B-7B27-43F7-A840-F5ABD341A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245" y="2469987"/>
              <a:ext cx="1193785" cy="1193785"/>
            </a:xfrm>
            <a:prstGeom prst="rect">
              <a:avLst/>
            </a:prstGeom>
          </p:spPr>
        </p:pic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3FBA50-C782-43E2-8D60-AFD68BBFE763}"/>
                </a:ext>
              </a:extLst>
            </p:cNvPr>
            <p:cNvGrpSpPr/>
            <p:nvPr/>
          </p:nvGrpSpPr>
          <p:grpSpPr>
            <a:xfrm>
              <a:off x="9889206" y="2344088"/>
              <a:ext cx="2047133" cy="1808341"/>
              <a:chOff x="8088917" y="2007497"/>
              <a:chExt cx="3354781" cy="2963455"/>
            </a:xfrm>
          </p:grpSpPr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B5CD753E-A752-42FA-A9BB-F575855CC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8917" y="2007497"/>
                <a:ext cx="2236521" cy="2236521"/>
              </a:xfrm>
              <a:prstGeom prst="rect">
                <a:avLst/>
              </a:prstGeom>
            </p:spPr>
          </p:pic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BB1051E6-D735-4057-B531-393469C6C2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177" y="2734431"/>
                <a:ext cx="2236521" cy="2236521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308C469-60AE-4D4A-A0D3-15598312DC6A}"/>
                </a:ext>
              </a:extLst>
            </p:cNvPr>
            <p:cNvGrpSpPr/>
            <p:nvPr/>
          </p:nvGrpSpPr>
          <p:grpSpPr>
            <a:xfrm>
              <a:off x="1254952" y="4103121"/>
              <a:ext cx="9682096" cy="156870"/>
              <a:chOff x="1641335" y="4360680"/>
              <a:chExt cx="9682096" cy="156870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7F64CC63-D01F-4A1D-95B8-F0A07C54BD84}"/>
                  </a:ext>
                </a:extLst>
              </p:cNvPr>
              <p:cNvGrpSpPr/>
              <p:nvPr/>
            </p:nvGrpSpPr>
            <p:grpSpPr>
              <a:xfrm>
                <a:off x="1641335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4AFD9166-7B8C-42E3-B1C6-CD87A065329D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77BC898E-5665-41EF-9117-53FB2E886D47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DBD6B5F3-09F3-4F1E-9455-08C506B5A1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3F045E01-06C0-4D96-B959-9A493F78EE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718749A5-6325-4F32-BF22-F96F2E55A3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F533FA7E-D003-4886-B0F8-2EE70F6352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39147327-09AC-4F7F-860D-C97CCA9B2C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CAF667AA-7149-45BA-BDEF-1C05FBF382C4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2D516EF1-1B6A-4770-9840-02183CBF7DDB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92D0E3F7-0774-4320-9AA2-E0E4680DF1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8A077414-6E15-4A8C-A3AD-B6520AA14D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0487D5DB-F1A7-464F-99C2-75824133347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303ABCDB-40F6-4EB9-A082-F3411FE381F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54CDFA70-B3DF-429D-A77D-AE7CF10396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5B88340-9955-4D4F-B8B0-05FE6E751F44}"/>
                  </a:ext>
                </a:extLst>
              </p:cNvPr>
              <p:cNvGrpSpPr/>
              <p:nvPr/>
            </p:nvGrpSpPr>
            <p:grpSpPr>
              <a:xfrm>
                <a:off x="5498527" y="4362454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729A2F9F-1A01-42D7-BD03-507465A35748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27020753-6350-40F9-9AA7-A64F66306B2F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1D2CB63C-E307-488F-9006-7624C3E5998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Straight Connector 116">
                      <a:extLst>
                        <a:ext uri="{FF2B5EF4-FFF2-40B4-BE49-F238E27FC236}">
                          <a16:creationId xmlns:a16="http://schemas.microsoft.com/office/drawing/2014/main" id="{B83AC448-DBB5-403B-84AD-F3ED4EA556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E236E05E-4880-43B7-A2FF-6A3D8320B18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4" name="Straight Connector 113">
                      <a:extLst>
                        <a:ext uri="{FF2B5EF4-FFF2-40B4-BE49-F238E27FC236}">
                          <a16:creationId xmlns:a16="http://schemas.microsoft.com/office/drawing/2014/main" id="{57BF403B-8FBC-4CA9-A548-14090AD1FB1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A9C87C14-B60F-42C6-B268-58C14571C4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5A2BCA51-5D3A-4375-A2AF-86DA75C83F0E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06" name="Group 105">
                    <a:extLst>
                      <a:ext uri="{FF2B5EF4-FFF2-40B4-BE49-F238E27FC236}">
                        <a16:creationId xmlns:a16="http://schemas.microsoft.com/office/drawing/2014/main" id="{19D907F2-1879-47B9-B16F-B5A0639A06E6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CFAA7A6D-B44E-460A-8CFC-8808A99C99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Straight Connector 110">
                      <a:extLst>
                        <a:ext uri="{FF2B5EF4-FFF2-40B4-BE49-F238E27FC236}">
                          <a16:creationId xmlns:a16="http://schemas.microsoft.com/office/drawing/2014/main" id="{FB535386-830C-480B-BBB7-F13DCC6A06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" name="Group 106">
                    <a:extLst>
                      <a:ext uri="{FF2B5EF4-FFF2-40B4-BE49-F238E27FC236}">
                        <a16:creationId xmlns:a16="http://schemas.microsoft.com/office/drawing/2014/main" id="{27CF64FC-3884-4653-A4F5-34D71339D67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B7C53D77-3AA5-46A3-BA51-D86437375A3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AEDE8A68-636F-4D98-BDB6-7FE4CDE116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27D1F35-2004-4593-BEA0-23D8E6D10757}"/>
                  </a:ext>
                </a:extLst>
              </p:cNvPr>
              <p:cNvGrpSpPr/>
              <p:nvPr/>
            </p:nvGrpSpPr>
            <p:grpSpPr>
              <a:xfrm>
                <a:off x="7423078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399EDA95-821D-4B90-A1C5-1E31FB6ABF80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BF3A1413-2CB4-4B24-8439-FB83789556AF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E7AEEA8E-B8C2-451A-911F-6766219A082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E435779D-282B-4EA7-9C63-50B723728D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25188F0A-DB5B-4B8C-9724-40EC9CFDD237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0" name="Straight Connector 99">
                      <a:extLst>
                        <a:ext uri="{FF2B5EF4-FFF2-40B4-BE49-F238E27FC236}">
                          <a16:creationId xmlns:a16="http://schemas.microsoft.com/office/drawing/2014/main" id="{481BB5D8-B32D-4D63-AED8-F69744FA15E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Straight Connector 100">
                      <a:extLst>
                        <a:ext uri="{FF2B5EF4-FFF2-40B4-BE49-F238E27FC236}">
                          <a16:creationId xmlns:a16="http://schemas.microsoft.com/office/drawing/2014/main" id="{E3B1B144-7630-4446-A16A-7F44D1E688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21ED48FC-54FB-4EB9-AE7C-DB615EF563A2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08650E36-5634-477B-A676-160EA29BB681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C5FB6ADC-1792-4BC4-A71F-3D6EBE1C4F4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185158BF-43D1-49B5-BAE1-B193D1048F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98299943-3119-428A-8348-7031FA7C196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0A2ED525-25C7-422B-8D22-1C8D5D90AA9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9F322B94-6C64-4A02-94E6-F6B7F39578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80E5BCC-A271-4681-AA3C-1593F968A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468" y="2527381"/>
              <a:ext cx="1280063" cy="1280063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4A0F67C-8068-458A-A40A-BB6208C10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256" y="2615541"/>
              <a:ext cx="1193785" cy="1193785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E92EF91-C824-4ADB-98A8-0F191733D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9799" y="2615541"/>
              <a:ext cx="1193785" cy="1193785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40FE596-0B6F-429C-9C75-A7B94DF94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8417" y="2615541"/>
              <a:ext cx="1193785" cy="1193785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1648695-BE1F-448F-A630-96F7BEA0E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168" y="2601124"/>
              <a:ext cx="1019094" cy="1019094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DF47049-0A76-4DD0-A60A-A85ACA5E8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324" y="2787673"/>
              <a:ext cx="1064792" cy="1064792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66" y="266110"/>
            <a:ext cx="2236521" cy="223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746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579476C1-70C6-4EA3-8DA4-66FB7A95E097}"/>
              </a:ext>
            </a:extLst>
          </p:cNvPr>
          <p:cNvGrpSpPr/>
          <p:nvPr/>
        </p:nvGrpSpPr>
        <p:grpSpPr>
          <a:xfrm>
            <a:off x="710324" y="2344088"/>
            <a:ext cx="11226015" cy="1915903"/>
            <a:chOff x="710324" y="2344088"/>
            <a:chExt cx="11226015" cy="1915903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2CC0D80B-7B27-43F7-A840-F5ABD341A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245" y="2469987"/>
              <a:ext cx="1193785" cy="1193785"/>
            </a:xfrm>
            <a:prstGeom prst="rect">
              <a:avLst/>
            </a:prstGeom>
          </p:spPr>
        </p:pic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3FBA50-C782-43E2-8D60-AFD68BBFE763}"/>
                </a:ext>
              </a:extLst>
            </p:cNvPr>
            <p:cNvGrpSpPr/>
            <p:nvPr/>
          </p:nvGrpSpPr>
          <p:grpSpPr>
            <a:xfrm>
              <a:off x="9889206" y="2344088"/>
              <a:ext cx="2047133" cy="1808341"/>
              <a:chOff x="8088917" y="2007497"/>
              <a:chExt cx="3354781" cy="2963455"/>
            </a:xfrm>
          </p:grpSpPr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B5CD753E-A752-42FA-A9BB-F575855CC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8917" y="2007497"/>
                <a:ext cx="2236521" cy="2236521"/>
              </a:xfrm>
              <a:prstGeom prst="rect">
                <a:avLst/>
              </a:prstGeom>
            </p:spPr>
          </p:pic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BB1051E6-D735-4057-B531-393469C6C2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177" y="2734431"/>
                <a:ext cx="2236521" cy="2236521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308C469-60AE-4D4A-A0D3-15598312DC6A}"/>
                </a:ext>
              </a:extLst>
            </p:cNvPr>
            <p:cNvGrpSpPr/>
            <p:nvPr/>
          </p:nvGrpSpPr>
          <p:grpSpPr>
            <a:xfrm>
              <a:off x="1254952" y="4103121"/>
              <a:ext cx="9682096" cy="156870"/>
              <a:chOff x="1641335" y="4360680"/>
              <a:chExt cx="9682096" cy="156870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7F64CC63-D01F-4A1D-95B8-F0A07C54BD84}"/>
                  </a:ext>
                </a:extLst>
              </p:cNvPr>
              <p:cNvGrpSpPr/>
              <p:nvPr/>
            </p:nvGrpSpPr>
            <p:grpSpPr>
              <a:xfrm>
                <a:off x="1641335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4AFD9166-7B8C-42E3-B1C6-CD87A065329D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77BC898E-5665-41EF-9117-53FB2E886D47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DBD6B5F3-09F3-4F1E-9455-08C506B5A1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3F045E01-06C0-4D96-B959-9A493F78EE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718749A5-6325-4F32-BF22-F96F2E55A3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F533FA7E-D003-4886-B0F8-2EE70F6352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39147327-09AC-4F7F-860D-C97CCA9B2C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CAF667AA-7149-45BA-BDEF-1C05FBF382C4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2D516EF1-1B6A-4770-9840-02183CBF7DDB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92D0E3F7-0774-4320-9AA2-E0E4680DF1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8A077414-6E15-4A8C-A3AD-B6520AA14D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0487D5DB-F1A7-464F-99C2-75824133347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303ABCDB-40F6-4EB9-A082-F3411FE381F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54CDFA70-B3DF-429D-A77D-AE7CF10396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5B88340-9955-4D4F-B8B0-05FE6E751F44}"/>
                  </a:ext>
                </a:extLst>
              </p:cNvPr>
              <p:cNvGrpSpPr/>
              <p:nvPr/>
            </p:nvGrpSpPr>
            <p:grpSpPr>
              <a:xfrm>
                <a:off x="5498527" y="4362454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729A2F9F-1A01-42D7-BD03-507465A35748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27020753-6350-40F9-9AA7-A64F66306B2F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1D2CB63C-E307-488F-9006-7624C3E5998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Straight Connector 116">
                      <a:extLst>
                        <a:ext uri="{FF2B5EF4-FFF2-40B4-BE49-F238E27FC236}">
                          <a16:creationId xmlns:a16="http://schemas.microsoft.com/office/drawing/2014/main" id="{B83AC448-DBB5-403B-84AD-F3ED4EA556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E236E05E-4880-43B7-A2FF-6A3D8320B18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4" name="Straight Connector 113">
                      <a:extLst>
                        <a:ext uri="{FF2B5EF4-FFF2-40B4-BE49-F238E27FC236}">
                          <a16:creationId xmlns:a16="http://schemas.microsoft.com/office/drawing/2014/main" id="{57BF403B-8FBC-4CA9-A548-14090AD1FB1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A9C87C14-B60F-42C6-B268-58C14571C4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5A2BCA51-5D3A-4375-A2AF-86DA75C83F0E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06" name="Group 105">
                    <a:extLst>
                      <a:ext uri="{FF2B5EF4-FFF2-40B4-BE49-F238E27FC236}">
                        <a16:creationId xmlns:a16="http://schemas.microsoft.com/office/drawing/2014/main" id="{19D907F2-1879-47B9-B16F-B5A0639A06E6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CFAA7A6D-B44E-460A-8CFC-8808A99C99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Straight Connector 110">
                      <a:extLst>
                        <a:ext uri="{FF2B5EF4-FFF2-40B4-BE49-F238E27FC236}">
                          <a16:creationId xmlns:a16="http://schemas.microsoft.com/office/drawing/2014/main" id="{FB535386-830C-480B-BBB7-F13DCC6A06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" name="Group 106">
                    <a:extLst>
                      <a:ext uri="{FF2B5EF4-FFF2-40B4-BE49-F238E27FC236}">
                        <a16:creationId xmlns:a16="http://schemas.microsoft.com/office/drawing/2014/main" id="{27CF64FC-3884-4653-A4F5-34D71339D67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B7C53D77-3AA5-46A3-BA51-D86437375A3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AEDE8A68-636F-4D98-BDB6-7FE4CDE116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27D1F35-2004-4593-BEA0-23D8E6D10757}"/>
                  </a:ext>
                </a:extLst>
              </p:cNvPr>
              <p:cNvGrpSpPr/>
              <p:nvPr/>
            </p:nvGrpSpPr>
            <p:grpSpPr>
              <a:xfrm>
                <a:off x="7423078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399EDA95-821D-4B90-A1C5-1E31FB6ABF80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BF3A1413-2CB4-4B24-8439-FB83789556AF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E7AEEA8E-B8C2-451A-911F-6766219A082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E435779D-282B-4EA7-9C63-50B723728D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25188F0A-DB5B-4B8C-9724-40EC9CFDD237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0" name="Straight Connector 99">
                      <a:extLst>
                        <a:ext uri="{FF2B5EF4-FFF2-40B4-BE49-F238E27FC236}">
                          <a16:creationId xmlns:a16="http://schemas.microsoft.com/office/drawing/2014/main" id="{481BB5D8-B32D-4D63-AED8-F69744FA15E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Straight Connector 100">
                      <a:extLst>
                        <a:ext uri="{FF2B5EF4-FFF2-40B4-BE49-F238E27FC236}">
                          <a16:creationId xmlns:a16="http://schemas.microsoft.com/office/drawing/2014/main" id="{E3B1B144-7630-4446-A16A-7F44D1E688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21ED48FC-54FB-4EB9-AE7C-DB615EF563A2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08650E36-5634-477B-A676-160EA29BB681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C5FB6ADC-1792-4BC4-A71F-3D6EBE1C4F4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185158BF-43D1-49B5-BAE1-B193D1048F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98299943-3119-428A-8348-7031FA7C196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0A2ED525-25C7-422B-8D22-1C8D5D90AA9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9F322B94-6C64-4A02-94E6-F6B7F39578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80E5BCC-A271-4681-AA3C-1593F968A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468" y="2527381"/>
              <a:ext cx="1280063" cy="1280063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4A0F67C-8068-458A-A40A-BB6208C10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256" y="2615541"/>
              <a:ext cx="1193785" cy="1193785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E92EF91-C824-4ADB-98A8-0F191733D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9799" y="2615541"/>
              <a:ext cx="1193785" cy="1193785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40FE596-0B6F-429C-9C75-A7B94DF94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8417" y="2615541"/>
              <a:ext cx="1193785" cy="1193785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1648695-BE1F-448F-A630-96F7BEA0E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168" y="2601124"/>
              <a:ext cx="1019094" cy="1019094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DF47049-0A76-4DD0-A60A-A85ACA5E8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324" y="2787673"/>
              <a:ext cx="1064792" cy="1064792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66" y="266110"/>
            <a:ext cx="2236521" cy="223652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F214D9B-1EF4-47AA-8F1A-A64A6E37B12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070" y="579991"/>
            <a:ext cx="1813405" cy="181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7828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579476C1-70C6-4EA3-8DA4-66FB7A95E097}"/>
              </a:ext>
            </a:extLst>
          </p:cNvPr>
          <p:cNvGrpSpPr/>
          <p:nvPr/>
        </p:nvGrpSpPr>
        <p:grpSpPr>
          <a:xfrm>
            <a:off x="710324" y="2344088"/>
            <a:ext cx="11226015" cy="1915903"/>
            <a:chOff x="710324" y="2344088"/>
            <a:chExt cx="11226015" cy="1915903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2CC0D80B-7B27-43F7-A840-F5ABD341A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245" y="2469987"/>
              <a:ext cx="1193785" cy="1193785"/>
            </a:xfrm>
            <a:prstGeom prst="rect">
              <a:avLst/>
            </a:prstGeom>
          </p:spPr>
        </p:pic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3FBA50-C782-43E2-8D60-AFD68BBFE763}"/>
                </a:ext>
              </a:extLst>
            </p:cNvPr>
            <p:cNvGrpSpPr/>
            <p:nvPr/>
          </p:nvGrpSpPr>
          <p:grpSpPr>
            <a:xfrm>
              <a:off x="9889206" y="2344088"/>
              <a:ext cx="2047133" cy="1808341"/>
              <a:chOff x="8088917" y="2007497"/>
              <a:chExt cx="3354781" cy="2963455"/>
            </a:xfrm>
          </p:grpSpPr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B5CD753E-A752-42FA-A9BB-F575855CC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8917" y="2007497"/>
                <a:ext cx="2236521" cy="2236521"/>
              </a:xfrm>
              <a:prstGeom prst="rect">
                <a:avLst/>
              </a:prstGeom>
            </p:spPr>
          </p:pic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BB1051E6-D735-4057-B531-393469C6C2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177" y="2734431"/>
                <a:ext cx="2236521" cy="2236521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308C469-60AE-4D4A-A0D3-15598312DC6A}"/>
                </a:ext>
              </a:extLst>
            </p:cNvPr>
            <p:cNvGrpSpPr/>
            <p:nvPr/>
          </p:nvGrpSpPr>
          <p:grpSpPr>
            <a:xfrm>
              <a:off x="1254952" y="4103121"/>
              <a:ext cx="9682096" cy="156870"/>
              <a:chOff x="1641335" y="4360680"/>
              <a:chExt cx="9682096" cy="156870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7F64CC63-D01F-4A1D-95B8-F0A07C54BD84}"/>
                  </a:ext>
                </a:extLst>
              </p:cNvPr>
              <p:cNvGrpSpPr/>
              <p:nvPr/>
            </p:nvGrpSpPr>
            <p:grpSpPr>
              <a:xfrm>
                <a:off x="1641335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4AFD9166-7B8C-42E3-B1C6-CD87A065329D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77BC898E-5665-41EF-9117-53FB2E886D47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DBD6B5F3-09F3-4F1E-9455-08C506B5A1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3F045E01-06C0-4D96-B959-9A493F78EE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718749A5-6325-4F32-BF22-F96F2E55A3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F533FA7E-D003-4886-B0F8-2EE70F6352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39147327-09AC-4F7F-860D-C97CCA9B2C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CAF667AA-7149-45BA-BDEF-1C05FBF382C4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2D516EF1-1B6A-4770-9840-02183CBF7DDB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92D0E3F7-0774-4320-9AA2-E0E4680DF1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8A077414-6E15-4A8C-A3AD-B6520AA14D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0487D5DB-F1A7-464F-99C2-75824133347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303ABCDB-40F6-4EB9-A082-F3411FE381F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54CDFA70-B3DF-429D-A77D-AE7CF10396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5B88340-9955-4D4F-B8B0-05FE6E751F44}"/>
                  </a:ext>
                </a:extLst>
              </p:cNvPr>
              <p:cNvGrpSpPr/>
              <p:nvPr/>
            </p:nvGrpSpPr>
            <p:grpSpPr>
              <a:xfrm>
                <a:off x="5498527" y="4362454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729A2F9F-1A01-42D7-BD03-507465A35748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27020753-6350-40F9-9AA7-A64F66306B2F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1D2CB63C-E307-488F-9006-7624C3E5998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Straight Connector 116">
                      <a:extLst>
                        <a:ext uri="{FF2B5EF4-FFF2-40B4-BE49-F238E27FC236}">
                          <a16:creationId xmlns:a16="http://schemas.microsoft.com/office/drawing/2014/main" id="{B83AC448-DBB5-403B-84AD-F3ED4EA556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E236E05E-4880-43B7-A2FF-6A3D8320B18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4" name="Straight Connector 113">
                      <a:extLst>
                        <a:ext uri="{FF2B5EF4-FFF2-40B4-BE49-F238E27FC236}">
                          <a16:creationId xmlns:a16="http://schemas.microsoft.com/office/drawing/2014/main" id="{57BF403B-8FBC-4CA9-A548-14090AD1FB1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A9C87C14-B60F-42C6-B268-58C14571C4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5A2BCA51-5D3A-4375-A2AF-86DA75C83F0E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06" name="Group 105">
                    <a:extLst>
                      <a:ext uri="{FF2B5EF4-FFF2-40B4-BE49-F238E27FC236}">
                        <a16:creationId xmlns:a16="http://schemas.microsoft.com/office/drawing/2014/main" id="{19D907F2-1879-47B9-B16F-B5A0639A06E6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CFAA7A6D-B44E-460A-8CFC-8808A99C99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Straight Connector 110">
                      <a:extLst>
                        <a:ext uri="{FF2B5EF4-FFF2-40B4-BE49-F238E27FC236}">
                          <a16:creationId xmlns:a16="http://schemas.microsoft.com/office/drawing/2014/main" id="{FB535386-830C-480B-BBB7-F13DCC6A06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" name="Group 106">
                    <a:extLst>
                      <a:ext uri="{FF2B5EF4-FFF2-40B4-BE49-F238E27FC236}">
                        <a16:creationId xmlns:a16="http://schemas.microsoft.com/office/drawing/2014/main" id="{27CF64FC-3884-4653-A4F5-34D71339D67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B7C53D77-3AA5-46A3-BA51-D86437375A3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AEDE8A68-636F-4D98-BDB6-7FE4CDE116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27D1F35-2004-4593-BEA0-23D8E6D10757}"/>
                  </a:ext>
                </a:extLst>
              </p:cNvPr>
              <p:cNvGrpSpPr/>
              <p:nvPr/>
            </p:nvGrpSpPr>
            <p:grpSpPr>
              <a:xfrm>
                <a:off x="7423078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399EDA95-821D-4B90-A1C5-1E31FB6ABF80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BF3A1413-2CB4-4B24-8439-FB83789556AF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E7AEEA8E-B8C2-451A-911F-6766219A082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E435779D-282B-4EA7-9C63-50B723728D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25188F0A-DB5B-4B8C-9724-40EC9CFDD237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00" name="Straight Connector 99">
                      <a:extLst>
                        <a:ext uri="{FF2B5EF4-FFF2-40B4-BE49-F238E27FC236}">
                          <a16:creationId xmlns:a16="http://schemas.microsoft.com/office/drawing/2014/main" id="{481BB5D8-B32D-4D63-AED8-F69744FA15E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Straight Connector 100">
                      <a:extLst>
                        <a:ext uri="{FF2B5EF4-FFF2-40B4-BE49-F238E27FC236}">
                          <a16:creationId xmlns:a16="http://schemas.microsoft.com/office/drawing/2014/main" id="{E3B1B144-7630-4446-A16A-7F44D1E688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21ED48FC-54FB-4EB9-AE7C-DB615EF563A2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08650E36-5634-477B-A676-160EA29BB681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C5FB6ADC-1792-4BC4-A71F-3D6EBE1C4F4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185158BF-43D1-49B5-BAE1-B193D1048F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98299943-3119-428A-8348-7031FA7C196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0A2ED525-25C7-422B-8D22-1C8D5D90AA9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9F322B94-6C64-4A02-94E6-F6B7F39578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80E5BCC-A271-4681-AA3C-1593F968A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468" y="2527381"/>
              <a:ext cx="1280063" cy="1280063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4A0F67C-8068-458A-A40A-BB6208C10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256" y="2615541"/>
              <a:ext cx="1193785" cy="1193785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E92EF91-C824-4ADB-98A8-0F191733D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9799" y="2615541"/>
              <a:ext cx="1193785" cy="1193785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40FE596-0B6F-429C-9C75-A7B94DF94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8417" y="2615541"/>
              <a:ext cx="1193785" cy="1193785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1648695-BE1F-448F-A630-96F7BEA0E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168" y="2601124"/>
              <a:ext cx="1019094" cy="1019094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DF47049-0A76-4DD0-A60A-A85ACA5E8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324" y="2787673"/>
              <a:ext cx="1064792" cy="1064792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66" y="266110"/>
            <a:ext cx="2236521" cy="223652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F214D9B-1EF4-47AA-8F1A-A64A6E37B12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070" y="579991"/>
            <a:ext cx="1813405" cy="181340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FF7C37D-7BBC-4A87-B548-88E70AAFF63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066" y="586456"/>
            <a:ext cx="1813405" cy="1813405"/>
          </a:xfrm>
          <a:prstGeom prst="rect">
            <a:avLst/>
          </a:prstGeom>
        </p:spPr>
      </p:pic>
      <p:sp>
        <p:nvSpPr>
          <p:cNvPr id="62" name="Прямоугольник 20">
            <a:extLst>
              <a:ext uri="{FF2B5EF4-FFF2-40B4-BE49-F238E27FC236}">
                <a16:creationId xmlns:a16="http://schemas.microsoft.com/office/drawing/2014/main" id="{A1336D25-39FC-4144-ACB0-FC32DA821CCB}"/>
              </a:ext>
            </a:extLst>
          </p:cNvPr>
          <p:cNvSpPr/>
          <p:nvPr/>
        </p:nvSpPr>
        <p:spPr>
          <a:xfrm>
            <a:off x="9950006" y="788738"/>
            <a:ext cx="1869469" cy="13466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9446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&lt;Equals </a:t>
            </a:r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onClick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&gt;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sum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&lt;Calculator&gt;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20">
            <a:extLst>
              <a:ext uri="{FF2B5EF4-FFF2-40B4-BE49-F238E27FC236}">
                <a16:creationId xmlns:a16="http://schemas.microsoft.com/office/drawing/2014/main" id="{B893D709-A59A-42B0-AEA8-63D0568881B1}"/>
              </a:ext>
            </a:extLst>
          </p:cNvPr>
          <p:cNvSpPr/>
          <p:nvPr/>
        </p:nvSpPr>
        <p:spPr>
          <a:xfrm>
            <a:off x="1343433" y="1013449"/>
            <a:ext cx="7290740" cy="376215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54211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&lt;Equals </a:t>
            </a:r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onClick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&gt;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sum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&lt;Calculator&gt;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5484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&lt;Equals </a:t>
            </a:r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onClick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&gt;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sum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&lt;Calculator&gt;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44530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AB1608-0A80-4CA0-B737-927176A52984}"/>
              </a:ext>
            </a:extLst>
          </p:cNvPr>
          <p:cNvSpPr/>
          <p:nvPr/>
        </p:nvSpPr>
        <p:spPr>
          <a:xfrm>
            <a:off x="4731625" y="1163236"/>
            <a:ext cx="6230023" cy="381371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5144475" y="2571333"/>
            <a:ext cx="1995055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&lt;Equals </a:t>
            </a:r>
            <a:r>
              <a:rPr lang="en-US" dirty="0" err="1">
                <a:solidFill>
                  <a:schemeClr val="tx1"/>
                </a:solidFill>
                <a:latin typeface="Roboto" panose="02000000000000000000" pitchFamily="2" charset="0"/>
              </a:rPr>
              <a:t>onClick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&gt;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645324" y="2571332"/>
            <a:ext cx="1995055" cy="997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sum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643626" y="2571332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&lt;Calculator&gt;</a:t>
            </a:r>
          </a:p>
        </p:txBody>
      </p:sp>
      <p:cxnSp>
        <p:nvCxnSpPr>
          <p:cNvPr id="22" name="Соединительная линия уступом 21"/>
          <p:cNvCxnSpPr>
            <a:stCxn id="21" idx="3"/>
            <a:endCxn id="7" idx="1"/>
          </p:cNvCxnSpPr>
          <p:nvPr/>
        </p:nvCxnSpPr>
        <p:spPr>
          <a:xfrm>
            <a:off x="3638681" y="3070096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>
            <a:off x="7139530" y="3070095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75341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E5AA6D-3957-4D63-AEAD-37E463933A4C}"/>
              </a:ext>
            </a:extLst>
          </p:cNvPr>
          <p:cNvCxnSpPr>
            <a:cxnSpLocks/>
          </p:cNvCxnSpPr>
          <p:nvPr/>
        </p:nvCxnSpPr>
        <p:spPr>
          <a:xfrm>
            <a:off x="6096000" y="791737"/>
            <a:ext cx="0" cy="5486400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157" y="2055436"/>
            <a:ext cx="2236521" cy="2236521"/>
          </a:xfrm>
          <a:prstGeom prst="rect">
            <a:avLst/>
          </a:prstGeom>
        </p:spPr>
      </p:pic>
      <p:sp>
        <p:nvSpPr>
          <p:cNvPr id="76" name="Прямоугольник 19">
            <a:extLst>
              <a:ext uri="{FF2B5EF4-FFF2-40B4-BE49-F238E27FC236}">
                <a16:creationId xmlns:a16="http://schemas.microsoft.com/office/drawing/2014/main" id="{D7A0E7DE-B70B-4B30-8391-934A5C9A7EB7}"/>
              </a:ext>
            </a:extLst>
          </p:cNvPr>
          <p:cNvSpPr/>
          <p:nvPr/>
        </p:nvSpPr>
        <p:spPr>
          <a:xfrm>
            <a:off x="8599321" y="267493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Программа</a:t>
            </a:r>
          </a:p>
        </p:txBody>
      </p:sp>
      <p:sp>
        <p:nvSpPr>
          <p:cNvPr id="77" name="Прямоугольник 19">
            <a:extLst>
              <a:ext uri="{FF2B5EF4-FFF2-40B4-BE49-F238E27FC236}">
                <a16:creationId xmlns:a16="http://schemas.microsoft.com/office/drawing/2014/main" id="{C75364D0-0506-44F2-96E4-D58E5288943D}"/>
              </a:ext>
            </a:extLst>
          </p:cNvPr>
          <p:cNvSpPr/>
          <p:nvPr/>
        </p:nvSpPr>
        <p:spPr>
          <a:xfrm>
            <a:off x="5098472" y="2674937"/>
            <a:ext cx="1995055" cy="99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Roboto" panose="02000000000000000000" pitchFamily="2" charset="0"/>
              </a:rPr>
              <a:t>Монитор</a:t>
            </a:r>
          </a:p>
        </p:txBody>
      </p:sp>
      <p:cxnSp>
        <p:nvCxnSpPr>
          <p:cNvPr id="79" name="Соединительная линия уступом 21">
            <a:extLst>
              <a:ext uri="{FF2B5EF4-FFF2-40B4-BE49-F238E27FC236}">
                <a16:creationId xmlns:a16="http://schemas.microsoft.com/office/drawing/2014/main" id="{9BE4E960-A4CD-4186-95CA-F692EB1E09DA}"/>
              </a:ext>
            </a:extLst>
          </p:cNvPr>
          <p:cNvCxnSpPr>
            <a:cxnSpLocks/>
          </p:cNvCxnSpPr>
          <p:nvPr/>
        </p:nvCxnSpPr>
        <p:spPr>
          <a:xfrm flipH="1">
            <a:off x="7093527" y="3173699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Соединительная линия уступом 21">
            <a:extLst>
              <a:ext uri="{FF2B5EF4-FFF2-40B4-BE49-F238E27FC236}">
                <a16:creationId xmlns:a16="http://schemas.microsoft.com/office/drawing/2014/main" id="{BB39B4BF-B39E-4C72-9910-98045B6244AE}"/>
              </a:ext>
            </a:extLst>
          </p:cNvPr>
          <p:cNvCxnSpPr>
            <a:cxnSpLocks/>
          </p:cNvCxnSpPr>
          <p:nvPr/>
        </p:nvCxnSpPr>
        <p:spPr>
          <a:xfrm>
            <a:off x="3592678" y="3173697"/>
            <a:ext cx="1505794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71A1ECF-24BC-41B0-AFC2-9CB663668B84}"/>
              </a:ext>
            </a:extLst>
          </p:cNvPr>
          <p:cNvSpPr txBox="1"/>
          <p:nvPr/>
        </p:nvSpPr>
        <p:spPr>
          <a:xfrm>
            <a:off x="7330096" y="2674935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Выводит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616D82-64C0-4C9B-B4C2-888167F4D242}"/>
              </a:ext>
            </a:extLst>
          </p:cNvPr>
          <p:cNvSpPr txBox="1"/>
          <p:nvPr/>
        </p:nvSpPr>
        <p:spPr>
          <a:xfrm>
            <a:off x="3179715" y="2674931"/>
            <a:ext cx="161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Воспринимает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2745D7-9B87-4980-B8A8-6C4BFD484DD9}"/>
              </a:ext>
            </a:extLst>
          </p:cNvPr>
          <p:cNvSpPr txBox="1"/>
          <p:nvPr/>
        </p:nvSpPr>
        <p:spPr>
          <a:xfrm>
            <a:off x="6149914" y="713680"/>
            <a:ext cx="984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Граница</a:t>
            </a:r>
          </a:p>
        </p:txBody>
      </p:sp>
    </p:spTree>
    <p:extLst>
      <p:ext uri="{BB962C8B-B14F-4D97-AF65-F5344CB8AC3E}">
        <p14:creationId xmlns:p14="http://schemas.microsoft.com/office/powerpoint/2010/main" val="80425182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828F012-FB1C-4D5D-9294-7A867B80DD15}"/>
              </a:ext>
            </a:extLst>
          </p:cNvPr>
          <p:cNvCxnSpPr>
            <a:cxnSpLocks/>
          </p:cNvCxnSpPr>
          <p:nvPr/>
        </p:nvCxnSpPr>
        <p:spPr>
          <a:xfrm>
            <a:off x="8990980" y="726851"/>
            <a:ext cx="0" cy="5486400"/>
          </a:xfrm>
          <a:prstGeom prst="line">
            <a:avLst/>
          </a:prstGeom>
          <a:ln w="57150">
            <a:solidFill>
              <a:srgbClr val="EE6E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188A7B5-6BCF-4D2F-B664-E2B103387D35}"/>
              </a:ext>
            </a:extLst>
          </p:cNvPr>
          <p:cNvCxnSpPr>
            <a:cxnSpLocks/>
          </p:cNvCxnSpPr>
          <p:nvPr/>
        </p:nvCxnSpPr>
        <p:spPr>
          <a:xfrm>
            <a:off x="1282944" y="685800"/>
            <a:ext cx="0" cy="548640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D17A525-C634-4598-851C-6D40F8A581D6}"/>
              </a:ext>
            </a:extLst>
          </p:cNvPr>
          <p:cNvGrpSpPr/>
          <p:nvPr/>
        </p:nvGrpSpPr>
        <p:grpSpPr>
          <a:xfrm>
            <a:off x="710324" y="2344088"/>
            <a:ext cx="11226015" cy="1915903"/>
            <a:chOff x="710324" y="2344088"/>
            <a:chExt cx="11226015" cy="1915903"/>
          </a:xfrm>
        </p:grpSpPr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8F9C1614-F5A3-429B-BB8B-860ACD8CA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245" y="2469987"/>
              <a:ext cx="1193785" cy="1193785"/>
            </a:xfrm>
            <a:prstGeom prst="rect">
              <a:avLst/>
            </a:prstGeom>
          </p:spPr>
        </p:pic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6EBF9295-023B-4174-A145-37AA5B824233}"/>
                </a:ext>
              </a:extLst>
            </p:cNvPr>
            <p:cNvGrpSpPr/>
            <p:nvPr/>
          </p:nvGrpSpPr>
          <p:grpSpPr>
            <a:xfrm>
              <a:off x="9889206" y="2344088"/>
              <a:ext cx="2047133" cy="1808341"/>
              <a:chOff x="8088917" y="2007497"/>
              <a:chExt cx="3354781" cy="2963455"/>
            </a:xfrm>
          </p:grpSpPr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7C4264D3-8A5F-4A3E-9D6E-A62B1ECB16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8917" y="2007497"/>
                <a:ext cx="2236521" cy="2236521"/>
              </a:xfrm>
              <a:prstGeom prst="rect">
                <a:avLst/>
              </a:prstGeom>
            </p:spPr>
          </p:pic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CC5581B6-43B5-44D6-881A-243F03439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177" y="2734431"/>
                <a:ext cx="2236521" cy="2236521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2E0CF58-AE36-4084-9FC0-0EF83FE00C3E}"/>
                </a:ext>
              </a:extLst>
            </p:cNvPr>
            <p:cNvGrpSpPr/>
            <p:nvPr/>
          </p:nvGrpSpPr>
          <p:grpSpPr>
            <a:xfrm>
              <a:off x="1254952" y="4103121"/>
              <a:ext cx="9682096" cy="156870"/>
              <a:chOff x="1641335" y="4360680"/>
              <a:chExt cx="9682096" cy="15687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2719E7E8-45EA-442E-801C-A806DD55E46E}"/>
                  </a:ext>
                </a:extLst>
              </p:cNvPr>
              <p:cNvGrpSpPr/>
              <p:nvPr/>
            </p:nvGrpSpPr>
            <p:grpSpPr>
              <a:xfrm>
                <a:off x="1641335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9E44639B-FD1A-4992-9326-6D6B8B87F333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86" name="Group 185">
                    <a:extLst>
                      <a:ext uri="{FF2B5EF4-FFF2-40B4-BE49-F238E27FC236}">
                        <a16:creationId xmlns:a16="http://schemas.microsoft.com/office/drawing/2014/main" id="{DECBFF4E-4820-4D02-87F8-A5E9EA321ABE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90" name="Straight Connector 189">
                      <a:extLst>
                        <a:ext uri="{FF2B5EF4-FFF2-40B4-BE49-F238E27FC236}">
                          <a16:creationId xmlns:a16="http://schemas.microsoft.com/office/drawing/2014/main" id="{E084B650-39C3-41AF-92D8-9C518E835D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Straight Connector 190">
                      <a:extLst>
                        <a:ext uri="{FF2B5EF4-FFF2-40B4-BE49-F238E27FC236}">
                          <a16:creationId xmlns:a16="http://schemas.microsoft.com/office/drawing/2014/main" id="{A5F4D776-8A25-414B-95B2-847C7F4EF4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7" name="Group 186">
                    <a:extLst>
                      <a:ext uri="{FF2B5EF4-FFF2-40B4-BE49-F238E27FC236}">
                        <a16:creationId xmlns:a16="http://schemas.microsoft.com/office/drawing/2014/main" id="{D85EA0E1-DFD7-4206-93A0-A73F6936F28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EEDAF94F-4001-4402-8C5B-7DA33979F18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6F9C303F-B18C-4F06-AFD5-6337E4A127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A4770F3A-20A1-45A3-AFC2-7C9088C8BF5D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6D68195E-08CA-42AE-93E8-F0549FE16C09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31AA8A37-5BDC-4687-AA8A-AB4A7757A0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876259E0-4B3F-4199-8279-42D0ED2CF7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1" name="Group 180">
                    <a:extLst>
                      <a:ext uri="{FF2B5EF4-FFF2-40B4-BE49-F238E27FC236}">
                        <a16:creationId xmlns:a16="http://schemas.microsoft.com/office/drawing/2014/main" id="{6954693E-B321-4569-B9A7-C67D195F8E55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2" name="Straight Connector 181">
                      <a:extLst>
                        <a:ext uri="{FF2B5EF4-FFF2-40B4-BE49-F238E27FC236}">
                          <a16:creationId xmlns:a16="http://schemas.microsoft.com/office/drawing/2014/main" id="{89AB4534-ABAE-4929-883A-6F88AE6FF4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E7CACCE5-2203-4611-8063-E6A5FE546E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30742F6-D5EA-4916-8FCA-8B9AB3ADF348}"/>
                  </a:ext>
                </a:extLst>
              </p:cNvPr>
              <p:cNvGrpSpPr/>
              <p:nvPr/>
            </p:nvGrpSpPr>
            <p:grpSpPr>
              <a:xfrm>
                <a:off x="5498527" y="4362454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01DFA504-DDE2-45A1-9169-0B4D53672131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72" name="Group 171">
                    <a:extLst>
                      <a:ext uri="{FF2B5EF4-FFF2-40B4-BE49-F238E27FC236}">
                        <a16:creationId xmlns:a16="http://schemas.microsoft.com/office/drawing/2014/main" id="{D56A5061-3B1A-4BBC-84CF-DA0A8758AE43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48EB64AD-0C0A-4AA4-A0BE-A2B499DF51D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28FE5305-BA48-4269-9A0B-883A99CCDD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E1B6BC6C-BACD-4781-B574-17ADB5AB788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64A92348-5900-4306-8FB3-4943F0BF27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F37659EA-DC3E-4468-9D30-626407C246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3D3CEB3A-B367-47A2-908A-49D2A4B02C6C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471B0D1E-94FC-4DD0-B26C-90A0A1627660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D961B306-515E-42F1-8FCE-ED1D95EC94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2090A3FA-B296-451A-B528-CC7CEFAD76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950E69D8-8E42-40C5-8390-8A2CFFFCED3B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D5BBEA16-605E-422B-A439-6FF1F7BFC5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C9FE3475-E411-483A-8EE7-F822211676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85359681-EABD-4E42-A09D-AE1865190F18}"/>
                  </a:ext>
                </a:extLst>
              </p:cNvPr>
              <p:cNvGrpSpPr/>
              <p:nvPr/>
            </p:nvGrpSpPr>
            <p:grpSpPr>
              <a:xfrm>
                <a:off x="7423078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418B924B-D944-4C76-8258-8E7AEA1AC8E6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58" name="Group 157">
                    <a:extLst>
                      <a:ext uri="{FF2B5EF4-FFF2-40B4-BE49-F238E27FC236}">
                        <a16:creationId xmlns:a16="http://schemas.microsoft.com/office/drawing/2014/main" id="{7ED3FABA-FA57-4B8B-800D-1C0079F03080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2" name="Straight Connector 161">
                      <a:extLst>
                        <a:ext uri="{FF2B5EF4-FFF2-40B4-BE49-F238E27FC236}">
                          <a16:creationId xmlns:a16="http://schemas.microsoft.com/office/drawing/2014/main" id="{E9CC2BD7-3491-4B77-9596-9147CD43F7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Straight Connector 162">
                      <a:extLst>
                        <a:ext uri="{FF2B5EF4-FFF2-40B4-BE49-F238E27FC236}">
                          <a16:creationId xmlns:a16="http://schemas.microsoft.com/office/drawing/2014/main" id="{756DBF65-100B-4C49-9C87-9A35E79186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9" name="Group 158">
                    <a:extLst>
                      <a:ext uri="{FF2B5EF4-FFF2-40B4-BE49-F238E27FC236}">
                        <a16:creationId xmlns:a16="http://schemas.microsoft.com/office/drawing/2014/main" id="{FC2EC9D9-C348-4FB5-B15D-D462571C167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C2EAD42B-A720-4AC2-91FE-13283A857E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Straight Connector 160">
                      <a:extLst>
                        <a:ext uri="{FF2B5EF4-FFF2-40B4-BE49-F238E27FC236}">
                          <a16:creationId xmlns:a16="http://schemas.microsoft.com/office/drawing/2014/main" id="{9E3C68E7-DB82-4AB2-A3C2-5444FFF475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A54D2A6B-19B2-4D54-A7BF-8E260CE1EA53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52" name="Group 151">
                    <a:extLst>
                      <a:ext uri="{FF2B5EF4-FFF2-40B4-BE49-F238E27FC236}">
                        <a16:creationId xmlns:a16="http://schemas.microsoft.com/office/drawing/2014/main" id="{9C1290BB-1E5B-451A-B79D-5F1CAF56493D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B4EAD48D-96E6-4FBB-9843-DA1B33E8CB3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45EE8FFB-5839-4CFE-9903-0BB0DAC8081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975FECAE-B9B1-4D9E-924A-E41CE9EE03A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3C798C5F-49BF-4E04-A86E-8ABF7D7BAC1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>
                      <a:extLst>
                        <a:ext uri="{FF2B5EF4-FFF2-40B4-BE49-F238E27FC236}">
                          <a16:creationId xmlns:a16="http://schemas.microsoft.com/office/drawing/2014/main" id="{86A99793-9167-42A0-898F-155CBD54F3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282AAAF2-5928-4D61-BDB3-ECCEA3E9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468" y="2527381"/>
              <a:ext cx="1280063" cy="1280063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AC300BB-236B-4930-8588-575EB9C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256" y="2615541"/>
              <a:ext cx="1193785" cy="1193785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1803D947-C2FE-424E-886E-7557524B1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9799" y="2615541"/>
              <a:ext cx="1193785" cy="1193785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3A31A892-61AB-45CF-8308-19190BC24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8417" y="2615541"/>
              <a:ext cx="1193785" cy="1193785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F97FDAD-6AF9-42EF-869C-262223A5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168" y="2601124"/>
              <a:ext cx="1019094" cy="1019094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962DACEC-6849-4C3E-8622-044097E4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324" y="2787673"/>
              <a:ext cx="1064792" cy="1064792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7" y="169768"/>
            <a:ext cx="2286000" cy="2286000"/>
          </a:xfrm>
          <a:prstGeom prst="rect">
            <a:avLst/>
          </a:prstGeom>
          <a:ln>
            <a:noFill/>
          </a:ln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2E8D234-9C22-480B-83B6-C58D2143C26B}"/>
              </a:ext>
            </a:extLst>
          </p:cNvPr>
          <p:cNvSpPr txBox="1"/>
          <p:nvPr/>
        </p:nvSpPr>
        <p:spPr>
          <a:xfrm>
            <a:off x="9018081" y="5562004"/>
            <a:ext cx="1553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5050"/>
                </a:solidFill>
              </a:rPr>
              <a:t>Граница</a:t>
            </a:r>
          </a:p>
          <a:p>
            <a:r>
              <a:rPr lang="ru-RU" dirty="0">
                <a:solidFill>
                  <a:srgbClr val="FF5050"/>
                </a:solidFill>
              </a:rPr>
              <a:t>рефакторинга</a:t>
            </a:r>
            <a:endParaRPr lang="en-US" dirty="0">
              <a:solidFill>
                <a:srgbClr val="FF505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ED39F2-DC20-4A97-8270-6D535F7F0FE6}"/>
              </a:ext>
            </a:extLst>
          </p:cNvPr>
          <p:cNvSpPr txBox="1"/>
          <p:nvPr/>
        </p:nvSpPr>
        <p:spPr>
          <a:xfrm>
            <a:off x="1379546" y="5525869"/>
            <a:ext cx="1553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Граница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рефакторинга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DAA59-A587-4F48-99FA-6234979875E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801" y="393070"/>
            <a:ext cx="1813405" cy="177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082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828F012-FB1C-4D5D-9294-7A867B80DD15}"/>
              </a:ext>
            </a:extLst>
          </p:cNvPr>
          <p:cNvCxnSpPr>
            <a:cxnSpLocks/>
          </p:cNvCxnSpPr>
          <p:nvPr/>
        </p:nvCxnSpPr>
        <p:spPr>
          <a:xfrm>
            <a:off x="3203505" y="726851"/>
            <a:ext cx="0" cy="5486400"/>
          </a:xfrm>
          <a:prstGeom prst="line">
            <a:avLst/>
          </a:prstGeom>
          <a:ln w="57150">
            <a:solidFill>
              <a:srgbClr val="EE6E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188A7B5-6BCF-4D2F-B664-E2B103387D35}"/>
              </a:ext>
            </a:extLst>
          </p:cNvPr>
          <p:cNvCxnSpPr>
            <a:cxnSpLocks/>
          </p:cNvCxnSpPr>
          <p:nvPr/>
        </p:nvCxnSpPr>
        <p:spPr>
          <a:xfrm>
            <a:off x="1282944" y="685800"/>
            <a:ext cx="0" cy="548640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D17A525-C634-4598-851C-6D40F8A581D6}"/>
              </a:ext>
            </a:extLst>
          </p:cNvPr>
          <p:cNvGrpSpPr/>
          <p:nvPr/>
        </p:nvGrpSpPr>
        <p:grpSpPr>
          <a:xfrm>
            <a:off x="710324" y="2344088"/>
            <a:ext cx="11226015" cy="1915903"/>
            <a:chOff x="710324" y="2344088"/>
            <a:chExt cx="11226015" cy="1915903"/>
          </a:xfrm>
        </p:grpSpPr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8F9C1614-F5A3-429B-BB8B-860ACD8CA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245" y="2469987"/>
              <a:ext cx="1193785" cy="1193785"/>
            </a:xfrm>
            <a:prstGeom prst="rect">
              <a:avLst/>
            </a:prstGeom>
          </p:spPr>
        </p:pic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6EBF9295-023B-4174-A145-37AA5B824233}"/>
                </a:ext>
              </a:extLst>
            </p:cNvPr>
            <p:cNvGrpSpPr/>
            <p:nvPr/>
          </p:nvGrpSpPr>
          <p:grpSpPr>
            <a:xfrm>
              <a:off x="9889206" y="2344088"/>
              <a:ext cx="2047133" cy="1808341"/>
              <a:chOff x="8088917" y="2007497"/>
              <a:chExt cx="3354781" cy="2963455"/>
            </a:xfrm>
          </p:grpSpPr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7C4264D3-8A5F-4A3E-9D6E-A62B1ECB16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8917" y="2007497"/>
                <a:ext cx="2236521" cy="2236521"/>
              </a:xfrm>
              <a:prstGeom prst="rect">
                <a:avLst/>
              </a:prstGeom>
            </p:spPr>
          </p:pic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CC5581B6-43B5-44D6-881A-243F03439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177" y="2734431"/>
                <a:ext cx="2236521" cy="2236521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2E0CF58-AE36-4084-9FC0-0EF83FE00C3E}"/>
                </a:ext>
              </a:extLst>
            </p:cNvPr>
            <p:cNvGrpSpPr/>
            <p:nvPr/>
          </p:nvGrpSpPr>
          <p:grpSpPr>
            <a:xfrm>
              <a:off x="1254952" y="4103121"/>
              <a:ext cx="9682096" cy="156870"/>
              <a:chOff x="1641335" y="4360680"/>
              <a:chExt cx="9682096" cy="15687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2719E7E8-45EA-442E-801C-A806DD55E46E}"/>
                  </a:ext>
                </a:extLst>
              </p:cNvPr>
              <p:cNvGrpSpPr/>
              <p:nvPr/>
            </p:nvGrpSpPr>
            <p:grpSpPr>
              <a:xfrm>
                <a:off x="1641335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9E44639B-FD1A-4992-9326-6D6B8B87F333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86" name="Group 185">
                    <a:extLst>
                      <a:ext uri="{FF2B5EF4-FFF2-40B4-BE49-F238E27FC236}">
                        <a16:creationId xmlns:a16="http://schemas.microsoft.com/office/drawing/2014/main" id="{DECBFF4E-4820-4D02-87F8-A5E9EA321ABE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90" name="Straight Connector 189">
                      <a:extLst>
                        <a:ext uri="{FF2B5EF4-FFF2-40B4-BE49-F238E27FC236}">
                          <a16:creationId xmlns:a16="http://schemas.microsoft.com/office/drawing/2014/main" id="{E084B650-39C3-41AF-92D8-9C518E835D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Straight Connector 190">
                      <a:extLst>
                        <a:ext uri="{FF2B5EF4-FFF2-40B4-BE49-F238E27FC236}">
                          <a16:creationId xmlns:a16="http://schemas.microsoft.com/office/drawing/2014/main" id="{A5F4D776-8A25-414B-95B2-847C7F4EF4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7" name="Group 186">
                    <a:extLst>
                      <a:ext uri="{FF2B5EF4-FFF2-40B4-BE49-F238E27FC236}">
                        <a16:creationId xmlns:a16="http://schemas.microsoft.com/office/drawing/2014/main" id="{D85EA0E1-DFD7-4206-93A0-A73F6936F28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EEDAF94F-4001-4402-8C5B-7DA33979F18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6F9C303F-B18C-4F06-AFD5-6337E4A127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A4770F3A-20A1-45A3-AFC2-7C9088C8BF5D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6D68195E-08CA-42AE-93E8-F0549FE16C09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31AA8A37-5BDC-4687-AA8A-AB4A7757A0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876259E0-4B3F-4199-8279-42D0ED2CF7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1" name="Group 180">
                    <a:extLst>
                      <a:ext uri="{FF2B5EF4-FFF2-40B4-BE49-F238E27FC236}">
                        <a16:creationId xmlns:a16="http://schemas.microsoft.com/office/drawing/2014/main" id="{6954693E-B321-4569-B9A7-C67D195F8E55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2" name="Straight Connector 181">
                      <a:extLst>
                        <a:ext uri="{FF2B5EF4-FFF2-40B4-BE49-F238E27FC236}">
                          <a16:creationId xmlns:a16="http://schemas.microsoft.com/office/drawing/2014/main" id="{89AB4534-ABAE-4929-883A-6F88AE6FF4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E7CACCE5-2203-4611-8063-E6A5FE546E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30742F6-D5EA-4916-8FCA-8B9AB3ADF348}"/>
                  </a:ext>
                </a:extLst>
              </p:cNvPr>
              <p:cNvGrpSpPr/>
              <p:nvPr/>
            </p:nvGrpSpPr>
            <p:grpSpPr>
              <a:xfrm>
                <a:off x="5498527" y="4362454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01DFA504-DDE2-45A1-9169-0B4D53672131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72" name="Group 171">
                    <a:extLst>
                      <a:ext uri="{FF2B5EF4-FFF2-40B4-BE49-F238E27FC236}">
                        <a16:creationId xmlns:a16="http://schemas.microsoft.com/office/drawing/2014/main" id="{D56A5061-3B1A-4BBC-84CF-DA0A8758AE43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48EB64AD-0C0A-4AA4-A0BE-A2B499DF51D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28FE5305-BA48-4269-9A0B-883A99CCDD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E1B6BC6C-BACD-4781-B574-17ADB5AB788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64A92348-5900-4306-8FB3-4943F0BF27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F37659EA-DC3E-4468-9D30-626407C246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3D3CEB3A-B367-47A2-908A-49D2A4B02C6C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471B0D1E-94FC-4DD0-B26C-90A0A1627660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D961B306-515E-42F1-8FCE-ED1D95EC94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2090A3FA-B296-451A-B528-CC7CEFAD76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950E69D8-8E42-40C5-8390-8A2CFFFCED3B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D5BBEA16-605E-422B-A439-6FF1F7BFC5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C9FE3475-E411-483A-8EE7-F822211676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85359681-EABD-4E42-A09D-AE1865190F18}"/>
                  </a:ext>
                </a:extLst>
              </p:cNvPr>
              <p:cNvGrpSpPr/>
              <p:nvPr/>
            </p:nvGrpSpPr>
            <p:grpSpPr>
              <a:xfrm>
                <a:off x="7423078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418B924B-D944-4C76-8258-8E7AEA1AC8E6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58" name="Group 157">
                    <a:extLst>
                      <a:ext uri="{FF2B5EF4-FFF2-40B4-BE49-F238E27FC236}">
                        <a16:creationId xmlns:a16="http://schemas.microsoft.com/office/drawing/2014/main" id="{7ED3FABA-FA57-4B8B-800D-1C0079F03080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2" name="Straight Connector 161">
                      <a:extLst>
                        <a:ext uri="{FF2B5EF4-FFF2-40B4-BE49-F238E27FC236}">
                          <a16:creationId xmlns:a16="http://schemas.microsoft.com/office/drawing/2014/main" id="{E9CC2BD7-3491-4B77-9596-9147CD43F7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Straight Connector 162">
                      <a:extLst>
                        <a:ext uri="{FF2B5EF4-FFF2-40B4-BE49-F238E27FC236}">
                          <a16:creationId xmlns:a16="http://schemas.microsoft.com/office/drawing/2014/main" id="{756DBF65-100B-4C49-9C87-9A35E79186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9" name="Group 158">
                    <a:extLst>
                      <a:ext uri="{FF2B5EF4-FFF2-40B4-BE49-F238E27FC236}">
                        <a16:creationId xmlns:a16="http://schemas.microsoft.com/office/drawing/2014/main" id="{FC2EC9D9-C348-4FB5-B15D-D462571C167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C2EAD42B-A720-4AC2-91FE-13283A857E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Straight Connector 160">
                      <a:extLst>
                        <a:ext uri="{FF2B5EF4-FFF2-40B4-BE49-F238E27FC236}">
                          <a16:creationId xmlns:a16="http://schemas.microsoft.com/office/drawing/2014/main" id="{9E3C68E7-DB82-4AB2-A3C2-5444FFF475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A54D2A6B-19B2-4D54-A7BF-8E260CE1EA53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52" name="Group 151">
                    <a:extLst>
                      <a:ext uri="{FF2B5EF4-FFF2-40B4-BE49-F238E27FC236}">
                        <a16:creationId xmlns:a16="http://schemas.microsoft.com/office/drawing/2014/main" id="{9C1290BB-1E5B-451A-B79D-5F1CAF56493D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B4EAD48D-96E6-4FBB-9843-DA1B33E8CB3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45EE8FFB-5839-4CFE-9903-0BB0DAC8081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975FECAE-B9B1-4D9E-924A-E41CE9EE03A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3C798C5F-49BF-4E04-A86E-8ABF7D7BAC1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>
                      <a:extLst>
                        <a:ext uri="{FF2B5EF4-FFF2-40B4-BE49-F238E27FC236}">
                          <a16:creationId xmlns:a16="http://schemas.microsoft.com/office/drawing/2014/main" id="{86A99793-9167-42A0-898F-155CBD54F3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282AAAF2-5928-4D61-BDB3-ECCEA3E9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468" y="2527381"/>
              <a:ext cx="1280063" cy="1280063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AC300BB-236B-4930-8588-575EB9C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256" y="2615541"/>
              <a:ext cx="1193785" cy="1193785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1803D947-C2FE-424E-886E-7557524B1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9799" y="2615541"/>
              <a:ext cx="1193785" cy="1193785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3A31A892-61AB-45CF-8308-19190BC24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8417" y="2615541"/>
              <a:ext cx="1193785" cy="1193785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F97FDAD-6AF9-42EF-869C-262223A5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168" y="2601124"/>
              <a:ext cx="1019094" cy="1019094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962DACEC-6849-4C3E-8622-044097E4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324" y="2787673"/>
              <a:ext cx="1064792" cy="1064792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7" y="169768"/>
            <a:ext cx="2286000" cy="2286000"/>
          </a:xfrm>
          <a:prstGeom prst="rect">
            <a:avLst/>
          </a:prstGeom>
          <a:ln>
            <a:noFill/>
          </a:ln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2E8D234-9C22-480B-83B6-C58D2143C26B}"/>
              </a:ext>
            </a:extLst>
          </p:cNvPr>
          <p:cNvSpPr txBox="1"/>
          <p:nvPr/>
        </p:nvSpPr>
        <p:spPr>
          <a:xfrm>
            <a:off x="3230606" y="5562004"/>
            <a:ext cx="1553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5050"/>
                </a:solidFill>
              </a:rPr>
              <a:t>Граница</a:t>
            </a:r>
          </a:p>
          <a:p>
            <a:r>
              <a:rPr lang="ru-RU" dirty="0">
                <a:solidFill>
                  <a:srgbClr val="FF5050"/>
                </a:solidFill>
              </a:rPr>
              <a:t>рефакторинга</a:t>
            </a:r>
            <a:endParaRPr lang="en-US" dirty="0">
              <a:solidFill>
                <a:srgbClr val="FF505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ED39F2-DC20-4A97-8270-6D535F7F0FE6}"/>
              </a:ext>
            </a:extLst>
          </p:cNvPr>
          <p:cNvSpPr txBox="1"/>
          <p:nvPr/>
        </p:nvSpPr>
        <p:spPr>
          <a:xfrm>
            <a:off x="1379546" y="5525869"/>
            <a:ext cx="1553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Граница</a:t>
            </a:r>
          </a:p>
          <a:p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рефакторинга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DAA59-A587-4F48-99FA-6234979875E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326" y="393070"/>
            <a:ext cx="1813405" cy="177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7082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074608-A350-4B88-A33D-C012B425A22E}"/>
              </a:ext>
            </a:extLst>
          </p:cNvPr>
          <p:cNvGrpSpPr/>
          <p:nvPr/>
        </p:nvGrpSpPr>
        <p:grpSpPr>
          <a:xfrm>
            <a:off x="3809998" y="1133710"/>
            <a:ext cx="4568281" cy="4590581"/>
            <a:chOff x="3809998" y="1133710"/>
            <a:chExt cx="4568281" cy="4590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DA9C3-7713-4F5F-9320-831001686CBC}"/>
                </a:ext>
              </a:extLst>
            </p:cNvPr>
            <p:cNvSpPr/>
            <p:nvPr/>
          </p:nvSpPr>
          <p:spPr>
            <a:xfrm>
              <a:off x="3809998" y="113742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092279" y="1133710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DDFC36E-E759-4DB9-A675-D35BCA89776D}"/>
                </a:ext>
              </a:extLst>
            </p:cNvPr>
            <p:cNvSpPr/>
            <p:nvPr/>
          </p:nvSpPr>
          <p:spPr>
            <a:xfrm>
              <a:off x="3817435" y="343085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FFF4D2-9F74-4CD0-9C27-15D6BF601910}"/>
                </a:ext>
              </a:extLst>
            </p:cNvPr>
            <p:cNvSpPr/>
            <p:nvPr/>
          </p:nvSpPr>
          <p:spPr>
            <a:xfrm>
              <a:off x="6088565" y="3438291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494653" y="209204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Истинный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576662" y="4571994"/>
            <a:ext cx="10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Ложный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055701" y="577854"/>
            <a:ext cx="17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Положительный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341707" y="570422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Отрицательный</a:t>
            </a:r>
          </a:p>
        </p:txBody>
      </p:sp>
    </p:spTree>
    <p:extLst>
      <p:ext uri="{BB962C8B-B14F-4D97-AF65-F5344CB8AC3E}">
        <p14:creationId xmlns:p14="http://schemas.microsoft.com/office/powerpoint/2010/main" val="283884991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074608-A350-4B88-A33D-C012B425A22E}"/>
              </a:ext>
            </a:extLst>
          </p:cNvPr>
          <p:cNvGrpSpPr/>
          <p:nvPr/>
        </p:nvGrpSpPr>
        <p:grpSpPr>
          <a:xfrm>
            <a:off x="3809998" y="1133710"/>
            <a:ext cx="4568281" cy="4590581"/>
            <a:chOff x="3809998" y="1133710"/>
            <a:chExt cx="4568281" cy="4590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DA9C3-7713-4F5F-9320-831001686CBC}"/>
                </a:ext>
              </a:extLst>
            </p:cNvPr>
            <p:cNvSpPr/>
            <p:nvPr/>
          </p:nvSpPr>
          <p:spPr>
            <a:xfrm>
              <a:off x="3809998" y="113742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092279" y="1133710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DDFC36E-E759-4DB9-A675-D35BCA89776D}"/>
                </a:ext>
              </a:extLst>
            </p:cNvPr>
            <p:cNvSpPr/>
            <p:nvPr/>
          </p:nvSpPr>
          <p:spPr>
            <a:xfrm>
              <a:off x="3817435" y="343085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FFF4D2-9F74-4CD0-9C27-15D6BF601910}"/>
                </a:ext>
              </a:extLst>
            </p:cNvPr>
            <p:cNvSpPr/>
            <p:nvPr/>
          </p:nvSpPr>
          <p:spPr>
            <a:xfrm>
              <a:off x="6088565" y="3438291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494653" y="209204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Истинный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576662" y="4571994"/>
            <a:ext cx="10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Ложный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055701" y="577854"/>
            <a:ext cx="17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Положительный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341707" y="570422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Отрицательный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1E233-032A-46AB-9B51-ED90E2BDBF02}"/>
              </a:ext>
            </a:extLst>
          </p:cNvPr>
          <p:cNvSpPr txBox="1"/>
          <p:nvPr/>
        </p:nvSpPr>
        <p:spPr>
          <a:xfrm>
            <a:off x="7058954" y="2244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170EA-D255-4AC2-84E6-8AD59E9E0D59}"/>
              </a:ext>
            </a:extLst>
          </p:cNvPr>
          <p:cNvSpPr txBox="1"/>
          <p:nvPr/>
        </p:nvSpPr>
        <p:spPr>
          <a:xfrm>
            <a:off x="4831360" y="2244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AB3AB-B618-46FA-AC21-D371680E1275}"/>
              </a:ext>
            </a:extLst>
          </p:cNvPr>
          <p:cNvSpPr txBox="1"/>
          <p:nvPr/>
        </p:nvSpPr>
        <p:spPr>
          <a:xfrm>
            <a:off x="7058954" y="45719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E38756-C1EB-482C-928B-DFC1D09F2C99}"/>
              </a:ext>
            </a:extLst>
          </p:cNvPr>
          <p:cNvSpPr txBox="1"/>
          <p:nvPr/>
        </p:nvSpPr>
        <p:spPr>
          <a:xfrm>
            <a:off x="4831360" y="4581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51A26-0623-47EC-BB77-349CF38AF5CF}"/>
              </a:ext>
            </a:extLst>
          </p:cNvPr>
          <p:cNvSpPr txBox="1"/>
          <p:nvPr/>
        </p:nvSpPr>
        <p:spPr>
          <a:xfrm>
            <a:off x="5850295" y="18994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069785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074608-A350-4B88-A33D-C012B425A22E}"/>
              </a:ext>
            </a:extLst>
          </p:cNvPr>
          <p:cNvGrpSpPr/>
          <p:nvPr/>
        </p:nvGrpSpPr>
        <p:grpSpPr>
          <a:xfrm>
            <a:off x="3809998" y="1133710"/>
            <a:ext cx="4568281" cy="4590581"/>
            <a:chOff x="3809998" y="1133710"/>
            <a:chExt cx="4568281" cy="4590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DA9C3-7713-4F5F-9320-831001686CBC}"/>
                </a:ext>
              </a:extLst>
            </p:cNvPr>
            <p:cNvSpPr/>
            <p:nvPr/>
          </p:nvSpPr>
          <p:spPr>
            <a:xfrm>
              <a:off x="3809998" y="113742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092279" y="1133710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DDFC36E-E759-4DB9-A675-D35BCA89776D}"/>
                </a:ext>
              </a:extLst>
            </p:cNvPr>
            <p:cNvSpPr/>
            <p:nvPr/>
          </p:nvSpPr>
          <p:spPr>
            <a:xfrm>
              <a:off x="3817435" y="343085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FFF4D2-9F74-4CD0-9C27-15D6BF601910}"/>
                </a:ext>
              </a:extLst>
            </p:cNvPr>
            <p:cNvSpPr/>
            <p:nvPr/>
          </p:nvSpPr>
          <p:spPr>
            <a:xfrm>
              <a:off x="6088565" y="3438291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494653" y="209204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Истинный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576662" y="4571994"/>
            <a:ext cx="10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Ложный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055701" y="577854"/>
            <a:ext cx="17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Положительный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341707" y="570422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Отрицательный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1E233-032A-46AB-9B51-ED90E2BDBF02}"/>
              </a:ext>
            </a:extLst>
          </p:cNvPr>
          <p:cNvSpPr txBox="1"/>
          <p:nvPr/>
        </p:nvSpPr>
        <p:spPr>
          <a:xfrm>
            <a:off x="7058954" y="2244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170EA-D255-4AC2-84E6-8AD59E9E0D59}"/>
              </a:ext>
            </a:extLst>
          </p:cNvPr>
          <p:cNvSpPr txBox="1"/>
          <p:nvPr/>
        </p:nvSpPr>
        <p:spPr>
          <a:xfrm>
            <a:off x="4831360" y="2244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AB3AB-B618-46FA-AC21-D371680E1275}"/>
              </a:ext>
            </a:extLst>
          </p:cNvPr>
          <p:cNvSpPr txBox="1"/>
          <p:nvPr/>
        </p:nvSpPr>
        <p:spPr>
          <a:xfrm>
            <a:off x="7058954" y="45719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E38756-C1EB-482C-928B-DFC1D09F2C99}"/>
              </a:ext>
            </a:extLst>
          </p:cNvPr>
          <p:cNvSpPr txBox="1"/>
          <p:nvPr/>
        </p:nvSpPr>
        <p:spPr>
          <a:xfrm>
            <a:off x="4831360" y="4581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51A26-0623-47EC-BB77-349CF38AF5CF}"/>
              </a:ext>
            </a:extLst>
          </p:cNvPr>
          <p:cNvSpPr txBox="1"/>
          <p:nvPr/>
        </p:nvSpPr>
        <p:spPr>
          <a:xfrm>
            <a:off x="5850295" y="18994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002444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074608-A350-4B88-A33D-C012B425A22E}"/>
              </a:ext>
            </a:extLst>
          </p:cNvPr>
          <p:cNvGrpSpPr/>
          <p:nvPr/>
        </p:nvGrpSpPr>
        <p:grpSpPr>
          <a:xfrm>
            <a:off x="3809998" y="1133710"/>
            <a:ext cx="4568281" cy="4590581"/>
            <a:chOff x="3809998" y="1133710"/>
            <a:chExt cx="4568281" cy="4590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DA9C3-7713-4F5F-9320-831001686CBC}"/>
                </a:ext>
              </a:extLst>
            </p:cNvPr>
            <p:cNvSpPr/>
            <p:nvPr/>
          </p:nvSpPr>
          <p:spPr>
            <a:xfrm>
              <a:off x="3809998" y="113742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092279" y="1133710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DDFC36E-E759-4DB9-A675-D35BCA89776D}"/>
                </a:ext>
              </a:extLst>
            </p:cNvPr>
            <p:cNvSpPr/>
            <p:nvPr/>
          </p:nvSpPr>
          <p:spPr>
            <a:xfrm>
              <a:off x="3817435" y="3430854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FFF4D2-9F74-4CD0-9C27-15D6BF601910}"/>
                </a:ext>
              </a:extLst>
            </p:cNvPr>
            <p:cNvSpPr/>
            <p:nvPr/>
          </p:nvSpPr>
          <p:spPr>
            <a:xfrm>
              <a:off x="6088565" y="3438291"/>
              <a:ext cx="2286000" cy="2286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494653" y="209204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Истинный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576662" y="4571994"/>
            <a:ext cx="10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Ложный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055701" y="577854"/>
            <a:ext cx="17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Положительный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341707" y="570422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Отрицательный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1E233-032A-46AB-9B51-ED90E2BDBF02}"/>
              </a:ext>
            </a:extLst>
          </p:cNvPr>
          <p:cNvSpPr txBox="1"/>
          <p:nvPr/>
        </p:nvSpPr>
        <p:spPr>
          <a:xfrm>
            <a:off x="7058954" y="2244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170EA-D255-4AC2-84E6-8AD59E9E0D59}"/>
              </a:ext>
            </a:extLst>
          </p:cNvPr>
          <p:cNvSpPr txBox="1"/>
          <p:nvPr/>
        </p:nvSpPr>
        <p:spPr>
          <a:xfrm>
            <a:off x="4831360" y="2244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AB3AB-B618-46FA-AC21-D371680E1275}"/>
              </a:ext>
            </a:extLst>
          </p:cNvPr>
          <p:cNvSpPr txBox="1"/>
          <p:nvPr/>
        </p:nvSpPr>
        <p:spPr>
          <a:xfrm>
            <a:off x="7058954" y="45719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5050"/>
                </a:solidFill>
              </a:rPr>
              <a:t>1</a:t>
            </a:r>
            <a:endParaRPr lang="ru-RU" b="1" dirty="0">
              <a:solidFill>
                <a:srgbClr val="FF5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E38756-C1EB-482C-928B-DFC1D09F2C99}"/>
              </a:ext>
            </a:extLst>
          </p:cNvPr>
          <p:cNvSpPr txBox="1"/>
          <p:nvPr/>
        </p:nvSpPr>
        <p:spPr>
          <a:xfrm>
            <a:off x="4831360" y="45812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5050"/>
                </a:solidFill>
              </a:rPr>
              <a:t>1</a:t>
            </a:r>
            <a:endParaRPr lang="ru-RU" b="1" dirty="0">
              <a:solidFill>
                <a:srgbClr val="FF5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51A26-0623-47EC-BB77-349CF38AF5CF}"/>
              </a:ext>
            </a:extLst>
          </p:cNvPr>
          <p:cNvSpPr txBox="1"/>
          <p:nvPr/>
        </p:nvSpPr>
        <p:spPr>
          <a:xfrm>
            <a:off x="5850295" y="18994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05371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074608-A350-4B88-A33D-C012B425A22E}"/>
              </a:ext>
            </a:extLst>
          </p:cNvPr>
          <p:cNvGrpSpPr/>
          <p:nvPr/>
        </p:nvGrpSpPr>
        <p:grpSpPr>
          <a:xfrm>
            <a:off x="3809998" y="1133710"/>
            <a:ext cx="4568281" cy="4590581"/>
            <a:chOff x="3809998" y="1133710"/>
            <a:chExt cx="4568281" cy="4590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DA9C3-7713-4F5F-9320-831001686CBC}"/>
                </a:ext>
              </a:extLst>
            </p:cNvPr>
            <p:cNvSpPr/>
            <p:nvPr/>
          </p:nvSpPr>
          <p:spPr>
            <a:xfrm>
              <a:off x="3809998" y="1137424"/>
              <a:ext cx="2286000" cy="228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092279" y="1133710"/>
              <a:ext cx="2286000" cy="228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DDFC36E-E759-4DB9-A675-D35BCA89776D}"/>
                </a:ext>
              </a:extLst>
            </p:cNvPr>
            <p:cNvSpPr/>
            <p:nvPr/>
          </p:nvSpPr>
          <p:spPr>
            <a:xfrm>
              <a:off x="3817435" y="3430854"/>
              <a:ext cx="2286000" cy="2286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FFF4D2-9F74-4CD0-9C27-15D6BF601910}"/>
                </a:ext>
              </a:extLst>
            </p:cNvPr>
            <p:cNvSpPr/>
            <p:nvPr/>
          </p:nvSpPr>
          <p:spPr>
            <a:xfrm>
              <a:off x="6088565" y="3438291"/>
              <a:ext cx="2286000" cy="228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494653" y="209204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Истинный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576662" y="4571994"/>
            <a:ext cx="10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Ложный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055701" y="577854"/>
            <a:ext cx="17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Положительный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341707" y="570422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Отрицательный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51A26-0623-47EC-BB77-349CF38AF5CF}"/>
              </a:ext>
            </a:extLst>
          </p:cNvPr>
          <p:cNvSpPr txBox="1"/>
          <p:nvPr/>
        </p:nvSpPr>
        <p:spPr>
          <a:xfrm>
            <a:off x="5850295" y="18994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V1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BC0AB0-1282-4D53-A707-6DD7D156140B}"/>
              </a:ext>
            </a:extLst>
          </p:cNvPr>
          <p:cNvSpPr txBox="1"/>
          <p:nvPr/>
        </p:nvSpPr>
        <p:spPr>
          <a:xfrm>
            <a:off x="7058954" y="22444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B80F2E-62F5-43D4-827C-434780D82CE3}"/>
              </a:ext>
            </a:extLst>
          </p:cNvPr>
          <p:cNvSpPr txBox="1"/>
          <p:nvPr/>
        </p:nvSpPr>
        <p:spPr>
          <a:xfrm>
            <a:off x="4831360" y="2244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0063FF-45C5-4656-AD37-373451A0CFE7}"/>
              </a:ext>
            </a:extLst>
          </p:cNvPr>
          <p:cNvSpPr txBox="1"/>
          <p:nvPr/>
        </p:nvSpPr>
        <p:spPr>
          <a:xfrm>
            <a:off x="7058954" y="45719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E69D7D-C949-4885-9F2D-8D1CCA14DB81}"/>
              </a:ext>
            </a:extLst>
          </p:cNvPr>
          <p:cNvSpPr txBox="1"/>
          <p:nvPr/>
        </p:nvSpPr>
        <p:spPr>
          <a:xfrm>
            <a:off x="4831360" y="45812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25491325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074608-A350-4B88-A33D-C012B425A22E}"/>
              </a:ext>
            </a:extLst>
          </p:cNvPr>
          <p:cNvGrpSpPr/>
          <p:nvPr/>
        </p:nvGrpSpPr>
        <p:grpSpPr>
          <a:xfrm>
            <a:off x="3809998" y="1133710"/>
            <a:ext cx="4568281" cy="4590581"/>
            <a:chOff x="3809998" y="1133710"/>
            <a:chExt cx="4568281" cy="4590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DA9C3-7713-4F5F-9320-831001686CBC}"/>
                </a:ext>
              </a:extLst>
            </p:cNvPr>
            <p:cNvSpPr/>
            <p:nvPr/>
          </p:nvSpPr>
          <p:spPr>
            <a:xfrm>
              <a:off x="3809998" y="1137424"/>
              <a:ext cx="2286000" cy="2286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092279" y="1133710"/>
              <a:ext cx="2286000" cy="228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DDFC36E-E759-4DB9-A675-D35BCA89776D}"/>
                </a:ext>
              </a:extLst>
            </p:cNvPr>
            <p:cNvSpPr/>
            <p:nvPr/>
          </p:nvSpPr>
          <p:spPr>
            <a:xfrm>
              <a:off x="3817435" y="3430854"/>
              <a:ext cx="2286000" cy="228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FFF4D2-9F74-4CD0-9C27-15D6BF601910}"/>
                </a:ext>
              </a:extLst>
            </p:cNvPr>
            <p:cNvSpPr/>
            <p:nvPr/>
          </p:nvSpPr>
          <p:spPr>
            <a:xfrm>
              <a:off x="6088565" y="3438291"/>
              <a:ext cx="2286000" cy="2286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494653" y="209204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Истинный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576662" y="4571994"/>
            <a:ext cx="10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Ложный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055701" y="577854"/>
            <a:ext cx="17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Положительный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341707" y="570422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Отрицательный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51A26-0623-47EC-BB77-349CF38AF5CF}"/>
              </a:ext>
            </a:extLst>
          </p:cNvPr>
          <p:cNvSpPr txBox="1"/>
          <p:nvPr/>
        </p:nvSpPr>
        <p:spPr>
          <a:xfrm>
            <a:off x="5850295" y="18994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V2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BC0AB0-1282-4D53-A707-6DD7D156140B}"/>
              </a:ext>
            </a:extLst>
          </p:cNvPr>
          <p:cNvSpPr txBox="1"/>
          <p:nvPr/>
        </p:nvSpPr>
        <p:spPr>
          <a:xfrm>
            <a:off x="7058954" y="22444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15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B80F2E-62F5-43D4-827C-434780D82CE3}"/>
              </a:ext>
            </a:extLst>
          </p:cNvPr>
          <p:cNvSpPr txBox="1"/>
          <p:nvPr/>
        </p:nvSpPr>
        <p:spPr>
          <a:xfrm>
            <a:off x="4831360" y="22444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25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0063FF-45C5-4656-AD37-373451A0CFE7}"/>
              </a:ext>
            </a:extLst>
          </p:cNvPr>
          <p:cNvSpPr txBox="1"/>
          <p:nvPr/>
        </p:nvSpPr>
        <p:spPr>
          <a:xfrm>
            <a:off x="7058954" y="45719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10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E69D7D-C949-4885-9F2D-8D1CCA14DB81}"/>
              </a:ext>
            </a:extLst>
          </p:cNvPr>
          <p:cNvSpPr txBox="1"/>
          <p:nvPr/>
        </p:nvSpPr>
        <p:spPr>
          <a:xfrm>
            <a:off x="4831360" y="45812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15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60531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074608-A350-4B88-A33D-C012B425A22E}"/>
              </a:ext>
            </a:extLst>
          </p:cNvPr>
          <p:cNvGrpSpPr/>
          <p:nvPr/>
        </p:nvGrpSpPr>
        <p:grpSpPr>
          <a:xfrm>
            <a:off x="3809998" y="1133710"/>
            <a:ext cx="4568281" cy="4590581"/>
            <a:chOff x="3809998" y="1133710"/>
            <a:chExt cx="4568281" cy="4590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DA9C3-7713-4F5F-9320-831001686CBC}"/>
                </a:ext>
              </a:extLst>
            </p:cNvPr>
            <p:cNvSpPr/>
            <p:nvPr/>
          </p:nvSpPr>
          <p:spPr>
            <a:xfrm>
              <a:off x="3809998" y="1137424"/>
              <a:ext cx="2286000" cy="228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092279" y="1133710"/>
              <a:ext cx="2286000" cy="228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DDFC36E-E759-4DB9-A675-D35BCA89776D}"/>
                </a:ext>
              </a:extLst>
            </p:cNvPr>
            <p:cNvSpPr/>
            <p:nvPr/>
          </p:nvSpPr>
          <p:spPr>
            <a:xfrm>
              <a:off x="3817435" y="3430854"/>
              <a:ext cx="2286000" cy="22860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FFF4D2-9F74-4CD0-9C27-15D6BF601910}"/>
                </a:ext>
              </a:extLst>
            </p:cNvPr>
            <p:cNvSpPr/>
            <p:nvPr/>
          </p:nvSpPr>
          <p:spPr>
            <a:xfrm>
              <a:off x="6088565" y="3438291"/>
              <a:ext cx="2286000" cy="22860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494653" y="2092044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Истинный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576662" y="4571994"/>
            <a:ext cx="10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Ложный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055701" y="577854"/>
            <a:ext cx="17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Положительный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341707" y="570422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Отрицательный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E51A26-0623-47EC-BB77-349CF38AF5CF}"/>
              </a:ext>
            </a:extLst>
          </p:cNvPr>
          <p:cNvSpPr txBox="1"/>
          <p:nvPr/>
        </p:nvSpPr>
        <p:spPr>
          <a:xfrm>
            <a:off x="5850295" y="18994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V2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0063FF-45C5-4656-AD37-373451A0CFE7}"/>
              </a:ext>
            </a:extLst>
          </p:cNvPr>
          <p:cNvSpPr txBox="1"/>
          <p:nvPr/>
        </p:nvSpPr>
        <p:spPr>
          <a:xfrm>
            <a:off x="7058954" y="45719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10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E69D7D-C949-4885-9F2D-8D1CCA14DB81}"/>
              </a:ext>
            </a:extLst>
          </p:cNvPr>
          <p:cNvSpPr txBox="1"/>
          <p:nvPr/>
        </p:nvSpPr>
        <p:spPr>
          <a:xfrm>
            <a:off x="4831360" y="45812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15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38715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6" y="329541"/>
            <a:ext cx="2286000" cy="2286000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BDAA59-A587-4F48-99FA-6234979875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23" y="4370504"/>
            <a:ext cx="1813405" cy="18134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F46E82-5435-4A8A-9A0B-9974D8DFC04D}"/>
              </a:ext>
            </a:extLst>
          </p:cNvPr>
          <p:cNvGrpSpPr/>
          <p:nvPr/>
        </p:nvGrpSpPr>
        <p:grpSpPr>
          <a:xfrm>
            <a:off x="710324" y="2344088"/>
            <a:ext cx="11226015" cy="1915903"/>
            <a:chOff x="710324" y="2344088"/>
            <a:chExt cx="11226015" cy="1915903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BBACD4E-5B95-4006-8EA3-2ECDAFFEB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245" y="2469987"/>
              <a:ext cx="1193785" cy="119378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328211E-26D8-4F70-B0AC-D7257D256E97}"/>
                </a:ext>
              </a:extLst>
            </p:cNvPr>
            <p:cNvGrpSpPr/>
            <p:nvPr/>
          </p:nvGrpSpPr>
          <p:grpSpPr>
            <a:xfrm>
              <a:off x="9889206" y="2344088"/>
              <a:ext cx="2047133" cy="1808341"/>
              <a:chOff x="8088917" y="2007497"/>
              <a:chExt cx="3354781" cy="296345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3742EED-F413-4A04-83D8-41C7723C8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8917" y="2007497"/>
                <a:ext cx="2236521" cy="2236521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96450285-BB45-47E7-BC79-7CBE5A152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177" y="2734431"/>
                <a:ext cx="2236521" cy="2236521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F093A01-AFA5-4432-BC90-9F7CC1329D20}"/>
                </a:ext>
              </a:extLst>
            </p:cNvPr>
            <p:cNvGrpSpPr/>
            <p:nvPr/>
          </p:nvGrpSpPr>
          <p:grpSpPr>
            <a:xfrm>
              <a:off x="1254952" y="4103121"/>
              <a:ext cx="9682096" cy="156870"/>
              <a:chOff x="1641335" y="4360680"/>
              <a:chExt cx="9682096" cy="15687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87F92B1-E98F-4613-99DC-24DAA46E862D}"/>
                  </a:ext>
                </a:extLst>
              </p:cNvPr>
              <p:cNvGrpSpPr/>
              <p:nvPr/>
            </p:nvGrpSpPr>
            <p:grpSpPr>
              <a:xfrm>
                <a:off x="1641335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461965AA-ACFF-479C-A844-C9C0C09DDB07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6CA4CF4D-5511-44F9-8FDD-3DA7FEDEDCC6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9" name="Straight Connector 8">
                      <a:extLst>
                        <a:ext uri="{FF2B5EF4-FFF2-40B4-BE49-F238E27FC236}">
                          <a16:creationId xmlns:a16="http://schemas.microsoft.com/office/drawing/2014/main" id="{84B4C120-D00C-4896-AB94-954E4A696F5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E952AD90-76AA-4FF8-9624-E7ABC6AFEC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FE19ED00-AE23-4891-A571-6158619639E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43458380-E4EF-4416-9036-F12123B63A2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81C3F3B2-2263-4554-9F2E-EE84FC4A0D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C70D5619-0F38-414E-8C9D-ECC1CCB85D8C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92DD0B0D-42A7-4356-AABA-9FCA4132F860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44" name="Straight Connector 43">
                      <a:extLst>
                        <a:ext uri="{FF2B5EF4-FFF2-40B4-BE49-F238E27FC236}">
                          <a16:creationId xmlns:a16="http://schemas.microsoft.com/office/drawing/2014/main" id="{41F7BB49-16E0-498A-80D0-4755B56D8A1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Straight Connector 44">
                      <a:extLst>
                        <a:ext uri="{FF2B5EF4-FFF2-40B4-BE49-F238E27FC236}">
                          <a16:creationId xmlns:a16="http://schemas.microsoft.com/office/drawing/2014/main" id="{5C7B8391-C8F6-440C-8C87-DE2B42994F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9C4BDFF6-A674-452C-8816-1B00AC22D1C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078915E2-D406-4410-BA89-D26A271B7C5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BA5ADD94-66CA-4DC6-8742-62FE4CF9FF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05881A6-CF06-4B4D-A660-C72BABCF75D8}"/>
                  </a:ext>
                </a:extLst>
              </p:cNvPr>
              <p:cNvGrpSpPr/>
              <p:nvPr/>
            </p:nvGrpSpPr>
            <p:grpSpPr>
              <a:xfrm>
                <a:off x="5498527" y="4362454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AF9FAFA-B2C6-422B-B7A4-713D9E913DDF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568595DD-2D3D-4EF2-8686-8E9527BDE07C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0C4477ED-2911-458C-8FAB-C2FF5106CC5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84A1CB7A-929A-42F8-AB01-92D73CB216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92D5D319-B542-41BA-B5CE-42A1A0276E4E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57" name="Straight Connector 56">
                      <a:extLst>
                        <a:ext uri="{FF2B5EF4-FFF2-40B4-BE49-F238E27FC236}">
                          <a16:creationId xmlns:a16="http://schemas.microsoft.com/office/drawing/2014/main" id="{60B96DF1-B31E-4D7B-9F82-05A5AA9834A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Straight Connector 57">
                      <a:extLst>
                        <a:ext uri="{FF2B5EF4-FFF2-40B4-BE49-F238E27FC236}">
                          <a16:creationId xmlns:a16="http://schemas.microsoft.com/office/drawing/2014/main" id="{7E9C9CC4-8CD4-460F-89E2-181001C47B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8F76D774-8C1B-434D-BC4B-D7A623BC36D8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1986D2A1-ECAC-4444-9AA0-99C2BA6BDEF7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53" name="Straight Connector 52">
                      <a:extLst>
                        <a:ext uri="{FF2B5EF4-FFF2-40B4-BE49-F238E27FC236}">
                          <a16:creationId xmlns:a16="http://schemas.microsoft.com/office/drawing/2014/main" id="{5043C531-DA5D-495B-952D-BAB4F97D30F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2E5D1FBA-99EB-45E0-AEE1-20F926725D4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5D78912D-BD2D-4CFD-B235-386F66AB7F3D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51" name="Straight Connector 50">
                      <a:extLst>
                        <a:ext uri="{FF2B5EF4-FFF2-40B4-BE49-F238E27FC236}">
                          <a16:creationId xmlns:a16="http://schemas.microsoft.com/office/drawing/2014/main" id="{4AC8CB59-FDEC-408F-9C8F-DC6718B39B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Straight Connector 51">
                      <a:extLst>
                        <a:ext uri="{FF2B5EF4-FFF2-40B4-BE49-F238E27FC236}">
                          <a16:creationId xmlns:a16="http://schemas.microsoft.com/office/drawing/2014/main" id="{882953B4-2B51-418D-A4C1-F5A56365A5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50939DA5-1CCF-49A3-86F1-D71EAD9C752A}"/>
                  </a:ext>
                </a:extLst>
              </p:cNvPr>
              <p:cNvGrpSpPr/>
              <p:nvPr/>
            </p:nvGrpSpPr>
            <p:grpSpPr>
              <a:xfrm>
                <a:off x="7423078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FE1C24F0-CE46-4924-A53A-FD93D0D36EA6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92FC3369-5773-49EE-A10C-35A442895814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9CA948D0-02DE-4570-8DE1-7CDBC4F9FEA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F9B24628-FDBB-4176-9E0F-AA50566506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769E6438-D124-4663-8395-58EA3AE997F5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72" name="Straight Connector 71">
                      <a:extLst>
                        <a:ext uri="{FF2B5EF4-FFF2-40B4-BE49-F238E27FC236}">
                          <a16:creationId xmlns:a16="http://schemas.microsoft.com/office/drawing/2014/main" id="{422AD38C-CADD-424D-9B2C-100EBC39E8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Straight Connector 72">
                      <a:extLst>
                        <a:ext uri="{FF2B5EF4-FFF2-40B4-BE49-F238E27FC236}">
                          <a16:creationId xmlns:a16="http://schemas.microsoft.com/office/drawing/2014/main" id="{36FA89F1-81C4-4116-AE89-77572E4390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06DF7CFD-E944-4E42-88D0-8A2DA021335E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79B4807B-22F3-47F2-9572-695681F9EABF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68" name="Straight Connector 67">
                      <a:extLst>
                        <a:ext uri="{FF2B5EF4-FFF2-40B4-BE49-F238E27FC236}">
                          <a16:creationId xmlns:a16="http://schemas.microsoft.com/office/drawing/2014/main" id="{5FA79660-EEA3-4E56-9623-3F0F4F31A2B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>
                      <a:extLst>
                        <a:ext uri="{FF2B5EF4-FFF2-40B4-BE49-F238E27FC236}">
                          <a16:creationId xmlns:a16="http://schemas.microsoft.com/office/drawing/2014/main" id="{A2A4EFDE-E701-4E7E-AED7-CA36E20A1B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5" name="Group 64">
                    <a:extLst>
                      <a:ext uri="{FF2B5EF4-FFF2-40B4-BE49-F238E27FC236}">
                        <a16:creationId xmlns:a16="http://schemas.microsoft.com/office/drawing/2014/main" id="{45A235E9-1D9E-4B40-BA47-4AFC7972EBD5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66" name="Straight Connector 65">
                      <a:extLst>
                        <a:ext uri="{FF2B5EF4-FFF2-40B4-BE49-F238E27FC236}">
                          <a16:creationId xmlns:a16="http://schemas.microsoft.com/office/drawing/2014/main" id="{A20A7E15-6DE0-4881-B5F0-1EE7F20EA71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Straight Connector 66">
                      <a:extLst>
                        <a:ext uri="{FF2B5EF4-FFF2-40B4-BE49-F238E27FC236}">
                          <a16:creationId xmlns:a16="http://schemas.microsoft.com/office/drawing/2014/main" id="{6980D04B-5D69-4E5F-8D8F-8D4FB01FC9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3AD1352-8A79-444E-85E1-1C5BA9231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468" y="2527381"/>
              <a:ext cx="1280063" cy="128006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919EAAD-3C78-473D-AEB0-542051BD4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256" y="2615541"/>
              <a:ext cx="1193785" cy="119378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0E961B2-617F-42FC-A1C0-0B314929D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9799" y="2615541"/>
              <a:ext cx="1193785" cy="1193785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1BA7C14-2D15-48F2-94BB-746CF75FD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8417" y="2615541"/>
              <a:ext cx="1193785" cy="119378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AE41B85-D449-47AD-8CE7-E449B4A10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168" y="2601124"/>
              <a:ext cx="1019094" cy="1019094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BE7EDB0-7B08-4345-B7B4-8D41113EA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324" y="2787673"/>
              <a:ext cx="1064792" cy="1064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999478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Рисунок 78"/>
          <p:cNvPicPr/>
          <p:nvPr/>
        </p:nvPicPr>
        <p:blipFill>
          <a:blip r:embed="rId3"/>
          <a:stretch>
            <a:fillRect/>
          </a:stretch>
        </p:blipFill>
        <p:spPr>
          <a:xfrm>
            <a:off x="3125787" y="1485582"/>
            <a:ext cx="5940425" cy="38868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3125786" y="1952089"/>
            <a:ext cx="5940425" cy="277403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рямоугольник 79"/>
          <p:cNvSpPr/>
          <p:nvPr/>
        </p:nvSpPr>
        <p:spPr>
          <a:xfrm>
            <a:off x="3125786" y="2936695"/>
            <a:ext cx="5940425" cy="277403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49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1212238" y="1890445"/>
            <a:ext cx="3543300" cy="4111589"/>
            <a:chOff x="821819" y="1407560"/>
            <a:chExt cx="3543300" cy="4111589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9" y="1975849"/>
              <a:ext cx="3543300" cy="3543300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 rotWithShape="1">
            <a:blip r:embed="rId4"/>
            <a:srcRect l="2225" t="13581" r="5924"/>
            <a:stretch/>
          </p:blipFill>
          <p:spPr>
            <a:xfrm>
              <a:off x="1591738" y="1407560"/>
              <a:ext cx="2003461" cy="798440"/>
            </a:xfrm>
            <a:prstGeom prst="rect">
              <a:avLst/>
            </a:prstGeom>
          </p:spPr>
        </p:pic>
      </p:grpSp>
      <p:grpSp>
        <p:nvGrpSpPr>
          <p:cNvPr id="10" name="Группа 9"/>
          <p:cNvGrpSpPr/>
          <p:nvPr/>
        </p:nvGrpSpPr>
        <p:grpSpPr>
          <a:xfrm>
            <a:off x="7674581" y="1890445"/>
            <a:ext cx="2781300" cy="3525801"/>
            <a:chOff x="6708810" y="1407560"/>
            <a:chExt cx="2781300" cy="3525801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810" y="2561636"/>
              <a:ext cx="2781300" cy="2371725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 rotWithShape="1">
            <a:blip r:embed="rId6"/>
            <a:srcRect l="8029" t="42270" r="5680"/>
            <a:stretch/>
          </p:blipFill>
          <p:spPr>
            <a:xfrm>
              <a:off x="7092592" y="1407560"/>
              <a:ext cx="2013735" cy="824821"/>
            </a:xfrm>
            <a:prstGeom prst="rect">
              <a:avLst/>
            </a:prstGeom>
          </p:spPr>
        </p:pic>
      </p:grpSp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5578302" y="3044521"/>
            <a:ext cx="828648" cy="8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2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9">
            <a:extLst>
              <a:ext uri="{FF2B5EF4-FFF2-40B4-BE49-F238E27FC236}">
                <a16:creationId xmlns:a16="http://schemas.microsoft.com/office/drawing/2014/main" id="{1AE41B85-D449-47AD-8CE7-E449B4A10B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676" y="3475487"/>
            <a:ext cx="1314851" cy="1314851"/>
          </a:xfrm>
          <a:prstGeom prst="rect">
            <a:avLst/>
          </a:prstGeom>
        </p:spPr>
      </p:pic>
      <p:grpSp>
        <p:nvGrpSpPr>
          <p:cNvPr id="2" name="Группа 1"/>
          <p:cNvGrpSpPr/>
          <p:nvPr/>
        </p:nvGrpSpPr>
        <p:grpSpPr>
          <a:xfrm>
            <a:off x="5368112" y="3674737"/>
            <a:ext cx="1641347" cy="649762"/>
            <a:chOff x="4895499" y="3490071"/>
            <a:chExt cx="1641347" cy="649762"/>
          </a:xfrm>
        </p:grpSpPr>
        <p:cxnSp>
          <p:nvCxnSpPr>
            <p:cNvPr id="15" name="Соединительная линия уступом 21">
              <a:extLst>
                <a:ext uri="{FF2B5EF4-FFF2-40B4-BE49-F238E27FC236}">
                  <a16:creationId xmlns:a16="http://schemas.microsoft.com/office/drawing/2014/main" id="{BB39B4BF-B39E-4C72-9910-98045B6244AE}"/>
                </a:ext>
              </a:extLst>
            </p:cNvPr>
            <p:cNvCxnSpPr>
              <a:cxnSpLocks/>
            </p:cNvCxnSpPr>
            <p:nvPr/>
          </p:nvCxnSpPr>
          <p:spPr>
            <a:xfrm>
              <a:off x="4963275" y="3999617"/>
              <a:ext cx="1505794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616D82-64C0-4C9B-B4C2-888167F4D242}"/>
                </a:ext>
              </a:extLst>
            </p:cNvPr>
            <p:cNvSpPr txBox="1"/>
            <p:nvPr/>
          </p:nvSpPr>
          <p:spPr>
            <a:xfrm>
              <a:off x="4895499" y="3490071"/>
              <a:ext cx="16413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Чтение</a:t>
              </a:r>
              <a:r>
                <a:rPr lang="en-US" dirty="0" smtClean="0"/>
                <a:t>/</a:t>
              </a:r>
              <a:r>
                <a:rPr lang="ru-RU" dirty="0" smtClean="0"/>
                <a:t>Запись</a:t>
              </a:r>
              <a:endParaRPr lang="ru-RU" dirty="0"/>
            </a:p>
          </p:txBody>
        </p:sp>
        <p:cxnSp>
          <p:nvCxnSpPr>
            <p:cNvPr id="17" name="Соединительная линия уступом 21">
              <a:extLst>
                <a:ext uri="{FF2B5EF4-FFF2-40B4-BE49-F238E27FC236}">
                  <a16:creationId xmlns:a16="http://schemas.microsoft.com/office/drawing/2014/main" id="{BB39B4BF-B39E-4C72-9910-98045B6244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275" y="4139832"/>
              <a:ext cx="1505794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2"/>
          <p:cNvGrpSpPr/>
          <p:nvPr/>
        </p:nvGrpSpPr>
        <p:grpSpPr>
          <a:xfrm>
            <a:off x="7423810" y="2990255"/>
            <a:ext cx="1306768" cy="1649395"/>
            <a:chOff x="7423810" y="2990255"/>
            <a:chExt cx="1306768" cy="1649395"/>
          </a:xfrm>
        </p:grpSpPr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3AD1352-8A79-444E-85E1-1C5BA9231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0515" y="3359587"/>
              <a:ext cx="1280063" cy="128006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7960AC9-65BB-47EA-84EC-90C31E0BF479}"/>
                </a:ext>
              </a:extLst>
            </p:cNvPr>
            <p:cNvSpPr txBox="1"/>
            <p:nvPr/>
          </p:nvSpPr>
          <p:spPr>
            <a:xfrm>
              <a:off x="7423810" y="2990255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Программа</a:t>
              </a:r>
              <a:endParaRPr lang="ru-RU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3605676" y="2990255"/>
            <a:ext cx="13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Хранилище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486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CDA9C3-7713-4F5F-9320-831001686CBC}"/>
              </a:ext>
            </a:extLst>
          </p:cNvPr>
          <p:cNvSpPr/>
          <p:nvPr/>
        </p:nvSpPr>
        <p:spPr>
          <a:xfrm>
            <a:off x="4087400" y="1794970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AEF8318-BF35-4CCD-B7DE-ACFFBD7B579C}"/>
              </a:ext>
            </a:extLst>
          </p:cNvPr>
          <p:cNvSpPr/>
          <p:nvPr/>
        </p:nvSpPr>
        <p:spPr>
          <a:xfrm>
            <a:off x="6369681" y="1801530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DDFC36E-E759-4DB9-A675-D35BCA89776D}"/>
              </a:ext>
            </a:extLst>
          </p:cNvPr>
          <p:cNvSpPr/>
          <p:nvPr/>
        </p:nvSpPr>
        <p:spPr>
          <a:xfrm>
            <a:off x="4094837" y="4088400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FFF4D2-9F74-4CD0-9C27-15D6BF601910}"/>
              </a:ext>
            </a:extLst>
          </p:cNvPr>
          <p:cNvSpPr/>
          <p:nvPr/>
        </p:nvSpPr>
        <p:spPr>
          <a:xfrm>
            <a:off x="6365967" y="4085563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772055" y="2749590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Внешние</a:t>
            </a:r>
            <a:endParaRPr lang="ru-RU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636601" y="523140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Внутренние</a:t>
            </a:r>
            <a:endParaRPr lang="ru-RU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333103" y="1235400"/>
            <a:ext cx="147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Изменяемые</a:t>
            </a:r>
            <a:endParaRPr lang="ru-RU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619109" y="1227968"/>
            <a:ext cx="1709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Неизменяемые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5620052" y="216232"/>
            <a:ext cx="15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ДАННЫЕ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9039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354" y="1023134"/>
            <a:ext cx="6302857" cy="438192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2763354" y="1543262"/>
            <a:ext cx="6302857" cy="277403"/>
          </a:xfrm>
          <a:prstGeom prst="rect">
            <a:avLst/>
          </a:prstGeom>
          <a:solidFill>
            <a:schemeClr val="accent6">
              <a:lumMod val="60000"/>
              <a:lumOff val="4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рямоугольник 79"/>
          <p:cNvSpPr/>
          <p:nvPr/>
        </p:nvSpPr>
        <p:spPr>
          <a:xfrm>
            <a:off x="2763354" y="2566825"/>
            <a:ext cx="6302857" cy="277403"/>
          </a:xfrm>
          <a:prstGeom prst="rect">
            <a:avLst/>
          </a:prstGeom>
          <a:solidFill>
            <a:schemeClr val="accent6">
              <a:lumMod val="60000"/>
              <a:lumOff val="4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705564" y="1005795"/>
            <a:ext cx="1489753" cy="277403"/>
          </a:xfrm>
          <a:prstGeom prst="rect">
            <a:avLst/>
          </a:prstGeom>
          <a:solidFill>
            <a:schemeClr val="accent6">
              <a:lumMod val="60000"/>
              <a:lumOff val="4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56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617" y="1314021"/>
            <a:ext cx="3467100" cy="4400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Прямоугольник 6"/>
          <p:cNvSpPr/>
          <p:nvPr/>
        </p:nvSpPr>
        <p:spPr>
          <a:xfrm>
            <a:off x="2944618" y="2856215"/>
            <a:ext cx="3467100" cy="924675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90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300858" y="503909"/>
            <a:ext cx="1314851" cy="1800083"/>
            <a:chOff x="2300858" y="503909"/>
            <a:chExt cx="1314851" cy="1800083"/>
          </a:xfrm>
        </p:grpSpPr>
        <p:pic>
          <p:nvPicPr>
            <p:cNvPr id="5" name="Picture 19">
              <a:extLst>
                <a:ext uri="{FF2B5EF4-FFF2-40B4-BE49-F238E27FC236}">
                  <a16:creationId xmlns:a16="http://schemas.microsoft.com/office/drawing/2014/main" id="{1AE41B85-D449-47AD-8CE7-E449B4A10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58" y="989141"/>
              <a:ext cx="1314851" cy="131485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960AC9-65BB-47EA-84EC-90C31E0BF479}"/>
                </a:ext>
              </a:extLst>
            </p:cNvPr>
            <p:cNvSpPr txBox="1"/>
            <p:nvPr/>
          </p:nvSpPr>
          <p:spPr>
            <a:xfrm>
              <a:off x="2300858" y="503909"/>
              <a:ext cx="13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Хранилище</a:t>
              </a:r>
              <a:endParaRPr lang="ru-RU" dirty="0"/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3037826" y="3811708"/>
            <a:ext cx="1306768" cy="1649395"/>
            <a:chOff x="7423810" y="2990255"/>
            <a:chExt cx="1306768" cy="1649395"/>
          </a:xfrm>
        </p:grpSpPr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43AD1352-8A79-444E-85E1-1C5BA9231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0515" y="3359587"/>
              <a:ext cx="1280063" cy="128006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960AC9-65BB-47EA-84EC-90C31E0BF479}"/>
                </a:ext>
              </a:extLst>
            </p:cNvPr>
            <p:cNvSpPr txBox="1"/>
            <p:nvPr/>
          </p:nvSpPr>
          <p:spPr>
            <a:xfrm>
              <a:off x="7423810" y="2990255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Программа</a:t>
              </a:r>
              <a:endParaRPr lang="ru-RU" dirty="0"/>
            </a:p>
          </p:txBody>
        </p:sp>
      </p:grpSp>
      <p:cxnSp>
        <p:nvCxnSpPr>
          <p:cNvPr id="12" name="Соединительная линия уступом 21">
            <a:extLst>
              <a:ext uri="{FF2B5EF4-FFF2-40B4-BE49-F238E27FC236}">
                <a16:creationId xmlns:a16="http://schemas.microsoft.com/office/drawing/2014/main" id="{BB39B4BF-B39E-4C72-9910-98045B6244A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51999" y="3257709"/>
            <a:ext cx="705125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616D82-64C0-4C9B-B4C2-888167F4D242}"/>
              </a:ext>
            </a:extLst>
          </p:cNvPr>
          <p:cNvSpPr txBox="1"/>
          <p:nvPr/>
        </p:nvSpPr>
        <p:spPr>
          <a:xfrm>
            <a:off x="2624570" y="3073044"/>
            <a:ext cx="879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Чтение</a:t>
            </a:r>
            <a:endParaRPr lang="ru-RU" dirty="0"/>
          </a:p>
        </p:txBody>
      </p:sp>
      <p:grpSp>
        <p:nvGrpSpPr>
          <p:cNvPr id="20" name="Группа 19"/>
          <p:cNvGrpSpPr/>
          <p:nvPr/>
        </p:nvGrpSpPr>
        <p:grpSpPr>
          <a:xfrm>
            <a:off x="3988256" y="989141"/>
            <a:ext cx="1323999" cy="1323999"/>
            <a:chOff x="6217749" y="1966493"/>
            <a:chExt cx="1323999" cy="1323999"/>
          </a:xfrm>
        </p:grpSpPr>
        <p:sp>
          <p:nvSpPr>
            <p:cNvPr id="17" name="Rectangle 76">
              <a:extLst>
                <a:ext uri="{FF2B5EF4-FFF2-40B4-BE49-F238E27FC236}">
                  <a16:creationId xmlns:a16="http://schemas.microsoft.com/office/drawing/2014/main" id="{8AEF8318-BF35-4CCD-B7DE-ACFFBD7B579C}"/>
                </a:ext>
              </a:extLst>
            </p:cNvPr>
            <p:cNvSpPr/>
            <p:nvPr/>
          </p:nvSpPr>
          <p:spPr>
            <a:xfrm>
              <a:off x="6217749" y="1966493"/>
              <a:ext cx="1323999" cy="1323999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616D82-64C0-4C9B-B4C2-888167F4D242}"/>
                </a:ext>
              </a:extLst>
            </p:cNvPr>
            <p:cNvSpPr txBox="1"/>
            <p:nvPr/>
          </p:nvSpPr>
          <p:spPr>
            <a:xfrm>
              <a:off x="6279681" y="2443827"/>
              <a:ext cx="1200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CONSTANT</a:t>
              </a:r>
              <a:endParaRPr lang="ru-RU" dirty="0"/>
            </a:p>
          </p:txBody>
        </p:sp>
      </p:grpSp>
      <p:sp>
        <p:nvSpPr>
          <p:cNvPr id="21" name="Rectangle 1">
            <a:extLst>
              <a:ext uri="{FF2B5EF4-FFF2-40B4-BE49-F238E27FC236}">
                <a16:creationId xmlns:a16="http://schemas.microsoft.com/office/drawing/2014/main" id="{6AAB1608-0A80-4CA0-B737-927176A52984}"/>
              </a:ext>
            </a:extLst>
          </p:cNvPr>
          <p:cNvSpPr/>
          <p:nvPr/>
        </p:nvSpPr>
        <p:spPr>
          <a:xfrm>
            <a:off x="2188396" y="397134"/>
            <a:ext cx="3369923" cy="2214590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Группа 31"/>
          <p:cNvGrpSpPr/>
          <p:nvPr/>
        </p:nvGrpSpPr>
        <p:grpSpPr>
          <a:xfrm>
            <a:off x="7517358" y="1779059"/>
            <a:ext cx="4389020" cy="1673049"/>
            <a:chOff x="7517358" y="1779059"/>
            <a:chExt cx="4389020" cy="1673049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7517358" y="1779059"/>
              <a:ext cx="1306768" cy="1649395"/>
              <a:chOff x="7423810" y="2990255"/>
              <a:chExt cx="1306768" cy="1649395"/>
            </a:xfrm>
          </p:grpSpPr>
          <p:pic>
            <p:nvPicPr>
              <p:cNvPr id="25" name="Picture 6">
                <a:extLst>
                  <a:ext uri="{FF2B5EF4-FFF2-40B4-BE49-F238E27FC236}">
                    <a16:creationId xmlns:a16="http://schemas.microsoft.com/office/drawing/2014/main" id="{43AD1352-8A79-444E-85E1-1C5BA9231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50515" y="3359587"/>
                <a:ext cx="1280063" cy="1280063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7960AC9-65BB-47EA-84EC-90C31E0BF479}"/>
                  </a:ext>
                </a:extLst>
              </p:cNvPr>
              <p:cNvSpPr txBox="1"/>
              <p:nvPr/>
            </p:nvSpPr>
            <p:spPr>
              <a:xfrm>
                <a:off x="7423810" y="2990255"/>
                <a:ext cx="1306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Программа</a:t>
                </a:r>
                <a:endParaRPr lang="ru-RU" dirty="0"/>
              </a:p>
            </p:txBody>
          </p:sp>
        </p:grpSp>
        <p:cxnSp>
          <p:nvCxnSpPr>
            <p:cNvPr id="27" name="Соединительная линия уступом 21">
              <a:extLst>
                <a:ext uri="{FF2B5EF4-FFF2-40B4-BE49-F238E27FC236}">
                  <a16:creationId xmlns:a16="http://schemas.microsoft.com/office/drawing/2014/main" id="{BB39B4BF-B39E-4C72-9910-98045B6244AE}"/>
                </a:ext>
              </a:extLst>
            </p:cNvPr>
            <p:cNvCxnSpPr>
              <a:cxnSpLocks/>
              <a:stCxn id="25" idx="3"/>
              <a:endCxn id="30" idx="1"/>
            </p:cNvCxnSpPr>
            <p:nvPr/>
          </p:nvCxnSpPr>
          <p:spPr>
            <a:xfrm>
              <a:off x="8824126" y="2788423"/>
              <a:ext cx="1758253" cy="1686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616D82-64C0-4C9B-B4C2-888167F4D242}"/>
                </a:ext>
              </a:extLst>
            </p:cNvPr>
            <p:cNvSpPr txBox="1"/>
            <p:nvPr/>
          </p:nvSpPr>
          <p:spPr>
            <a:xfrm>
              <a:off x="9217056" y="2419090"/>
              <a:ext cx="879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Чтение</a:t>
              </a:r>
              <a:endParaRPr lang="ru-RU" dirty="0"/>
            </a:p>
          </p:txBody>
        </p:sp>
        <p:grpSp>
          <p:nvGrpSpPr>
            <p:cNvPr id="29" name="Группа 28"/>
            <p:cNvGrpSpPr/>
            <p:nvPr/>
          </p:nvGrpSpPr>
          <p:grpSpPr>
            <a:xfrm>
              <a:off x="10582379" y="2128109"/>
              <a:ext cx="1323999" cy="1323999"/>
              <a:chOff x="6217749" y="1966493"/>
              <a:chExt cx="1323999" cy="1323999"/>
            </a:xfrm>
          </p:grpSpPr>
          <p:sp>
            <p:nvSpPr>
              <p:cNvPr id="30" name="Rectangle 76">
                <a:extLst>
                  <a:ext uri="{FF2B5EF4-FFF2-40B4-BE49-F238E27FC236}">
                    <a16:creationId xmlns:a16="http://schemas.microsoft.com/office/drawing/2014/main" id="{8AEF8318-BF35-4CCD-B7DE-ACFFBD7B579C}"/>
                  </a:ext>
                </a:extLst>
              </p:cNvPr>
              <p:cNvSpPr/>
              <p:nvPr/>
            </p:nvSpPr>
            <p:spPr>
              <a:xfrm>
                <a:off x="6217749" y="1966493"/>
                <a:ext cx="1323999" cy="1323999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616D82-64C0-4C9B-B4C2-888167F4D242}"/>
                  </a:ext>
                </a:extLst>
              </p:cNvPr>
              <p:cNvSpPr txBox="1"/>
              <p:nvPr/>
            </p:nvSpPr>
            <p:spPr>
              <a:xfrm>
                <a:off x="6279681" y="2443827"/>
                <a:ext cx="12001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CONSTANT</a:t>
                </a:r>
                <a:endParaRPr lang="ru-R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164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5" y="504092"/>
            <a:ext cx="7277100" cy="58776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737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5150" b="4983"/>
          <a:stretch/>
        </p:blipFill>
        <p:spPr>
          <a:xfrm>
            <a:off x="3327249" y="762000"/>
            <a:ext cx="5916083" cy="51530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Прямоугольник 7"/>
          <p:cNvSpPr/>
          <p:nvPr/>
        </p:nvSpPr>
        <p:spPr>
          <a:xfrm>
            <a:off x="4973154" y="762001"/>
            <a:ext cx="1780071" cy="228599"/>
          </a:xfrm>
          <a:prstGeom prst="rect">
            <a:avLst/>
          </a:prstGeom>
          <a:solidFill>
            <a:schemeClr val="accent6">
              <a:lumMod val="60000"/>
              <a:lumOff val="4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3327249" y="1857377"/>
            <a:ext cx="5916083" cy="219074"/>
          </a:xfrm>
          <a:prstGeom prst="rect">
            <a:avLst/>
          </a:prstGeom>
          <a:solidFill>
            <a:schemeClr val="accent6">
              <a:lumMod val="60000"/>
              <a:lumOff val="4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327249" y="3776664"/>
            <a:ext cx="5916083" cy="219074"/>
          </a:xfrm>
          <a:prstGeom prst="rect">
            <a:avLst/>
          </a:prstGeom>
          <a:solidFill>
            <a:schemeClr val="accent6">
              <a:lumMod val="60000"/>
              <a:lumOff val="4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327249" y="5095876"/>
            <a:ext cx="5916083" cy="561973"/>
          </a:xfrm>
          <a:prstGeom prst="rect">
            <a:avLst/>
          </a:prstGeom>
          <a:solidFill>
            <a:schemeClr val="accent6">
              <a:lumMod val="60000"/>
              <a:lumOff val="40000"/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59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828F012-FB1C-4D5D-9294-7A867B80DD15}"/>
              </a:ext>
            </a:extLst>
          </p:cNvPr>
          <p:cNvCxnSpPr>
            <a:cxnSpLocks/>
          </p:cNvCxnSpPr>
          <p:nvPr/>
        </p:nvCxnSpPr>
        <p:spPr>
          <a:xfrm>
            <a:off x="8990980" y="726851"/>
            <a:ext cx="0" cy="5486400"/>
          </a:xfrm>
          <a:prstGeom prst="line">
            <a:avLst/>
          </a:prstGeom>
          <a:ln w="57150">
            <a:solidFill>
              <a:srgbClr val="EE6E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188A7B5-6BCF-4D2F-B664-E2B103387D35}"/>
              </a:ext>
            </a:extLst>
          </p:cNvPr>
          <p:cNvCxnSpPr>
            <a:cxnSpLocks/>
          </p:cNvCxnSpPr>
          <p:nvPr/>
        </p:nvCxnSpPr>
        <p:spPr>
          <a:xfrm>
            <a:off x="1282944" y="685800"/>
            <a:ext cx="0" cy="548640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D17A525-C634-4598-851C-6D40F8A581D6}"/>
              </a:ext>
            </a:extLst>
          </p:cNvPr>
          <p:cNvGrpSpPr/>
          <p:nvPr/>
        </p:nvGrpSpPr>
        <p:grpSpPr>
          <a:xfrm>
            <a:off x="710324" y="2344088"/>
            <a:ext cx="11226015" cy="1915903"/>
            <a:chOff x="710324" y="2344088"/>
            <a:chExt cx="11226015" cy="1915903"/>
          </a:xfrm>
        </p:grpSpPr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8F9C1614-F5A3-429B-BB8B-860ACD8CA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245" y="2469987"/>
              <a:ext cx="1193785" cy="1193785"/>
            </a:xfrm>
            <a:prstGeom prst="rect">
              <a:avLst/>
            </a:prstGeom>
          </p:spPr>
        </p:pic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6EBF9295-023B-4174-A145-37AA5B824233}"/>
                </a:ext>
              </a:extLst>
            </p:cNvPr>
            <p:cNvGrpSpPr/>
            <p:nvPr/>
          </p:nvGrpSpPr>
          <p:grpSpPr>
            <a:xfrm>
              <a:off x="9889206" y="2344088"/>
              <a:ext cx="2047133" cy="1808341"/>
              <a:chOff x="8088917" y="2007497"/>
              <a:chExt cx="3354781" cy="2963455"/>
            </a:xfrm>
          </p:grpSpPr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7C4264D3-8A5F-4A3E-9D6E-A62B1ECB16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8917" y="2007497"/>
                <a:ext cx="2236521" cy="2236521"/>
              </a:xfrm>
              <a:prstGeom prst="rect">
                <a:avLst/>
              </a:prstGeom>
            </p:spPr>
          </p:pic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CC5581B6-43B5-44D6-881A-243F03439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177" y="2734431"/>
                <a:ext cx="2236521" cy="2236521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2E0CF58-AE36-4084-9FC0-0EF83FE00C3E}"/>
                </a:ext>
              </a:extLst>
            </p:cNvPr>
            <p:cNvGrpSpPr/>
            <p:nvPr/>
          </p:nvGrpSpPr>
          <p:grpSpPr>
            <a:xfrm>
              <a:off x="1254952" y="4103121"/>
              <a:ext cx="9682096" cy="156870"/>
              <a:chOff x="1641335" y="4360680"/>
              <a:chExt cx="9682096" cy="15687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2719E7E8-45EA-442E-801C-A806DD55E46E}"/>
                  </a:ext>
                </a:extLst>
              </p:cNvPr>
              <p:cNvGrpSpPr/>
              <p:nvPr/>
            </p:nvGrpSpPr>
            <p:grpSpPr>
              <a:xfrm>
                <a:off x="1641335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9E44639B-FD1A-4992-9326-6D6B8B87F333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86" name="Group 185">
                    <a:extLst>
                      <a:ext uri="{FF2B5EF4-FFF2-40B4-BE49-F238E27FC236}">
                        <a16:creationId xmlns:a16="http://schemas.microsoft.com/office/drawing/2014/main" id="{DECBFF4E-4820-4D02-87F8-A5E9EA321ABE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90" name="Straight Connector 189">
                      <a:extLst>
                        <a:ext uri="{FF2B5EF4-FFF2-40B4-BE49-F238E27FC236}">
                          <a16:creationId xmlns:a16="http://schemas.microsoft.com/office/drawing/2014/main" id="{E084B650-39C3-41AF-92D8-9C518E835DC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Straight Connector 190">
                      <a:extLst>
                        <a:ext uri="{FF2B5EF4-FFF2-40B4-BE49-F238E27FC236}">
                          <a16:creationId xmlns:a16="http://schemas.microsoft.com/office/drawing/2014/main" id="{A5F4D776-8A25-414B-95B2-847C7F4EF4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7" name="Group 186">
                    <a:extLst>
                      <a:ext uri="{FF2B5EF4-FFF2-40B4-BE49-F238E27FC236}">
                        <a16:creationId xmlns:a16="http://schemas.microsoft.com/office/drawing/2014/main" id="{D85EA0E1-DFD7-4206-93A0-A73F6936F28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EEDAF94F-4001-4402-8C5B-7DA33979F18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6F9C303F-B18C-4F06-AFD5-6337E4A127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A4770F3A-20A1-45A3-AFC2-7C9088C8BF5D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6D68195E-08CA-42AE-93E8-F0549FE16C09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4" name="Straight Connector 183">
                      <a:extLst>
                        <a:ext uri="{FF2B5EF4-FFF2-40B4-BE49-F238E27FC236}">
                          <a16:creationId xmlns:a16="http://schemas.microsoft.com/office/drawing/2014/main" id="{31AA8A37-5BDC-4687-AA8A-AB4A7757A0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Straight Connector 184">
                      <a:extLst>
                        <a:ext uri="{FF2B5EF4-FFF2-40B4-BE49-F238E27FC236}">
                          <a16:creationId xmlns:a16="http://schemas.microsoft.com/office/drawing/2014/main" id="{876259E0-4B3F-4199-8279-42D0ED2CF7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1" name="Group 180">
                    <a:extLst>
                      <a:ext uri="{FF2B5EF4-FFF2-40B4-BE49-F238E27FC236}">
                        <a16:creationId xmlns:a16="http://schemas.microsoft.com/office/drawing/2014/main" id="{6954693E-B321-4569-B9A7-C67D195F8E55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82" name="Straight Connector 181">
                      <a:extLst>
                        <a:ext uri="{FF2B5EF4-FFF2-40B4-BE49-F238E27FC236}">
                          <a16:creationId xmlns:a16="http://schemas.microsoft.com/office/drawing/2014/main" id="{89AB4534-ABAE-4929-883A-6F88AE6FF4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E7CACCE5-2203-4611-8063-E6A5FE546E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30742F6-D5EA-4916-8FCA-8B9AB3ADF348}"/>
                  </a:ext>
                </a:extLst>
              </p:cNvPr>
              <p:cNvGrpSpPr/>
              <p:nvPr/>
            </p:nvGrpSpPr>
            <p:grpSpPr>
              <a:xfrm>
                <a:off x="5498527" y="4362454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01DFA504-DDE2-45A1-9169-0B4D53672131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72" name="Group 171">
                    <a:extLst>
                      <a:ext uri="{FF2B5EF4-FFF2-40B4-BE49-F238E27FC236}">
                        <a16:creationId xmlns:a16="http://schemas.microsoft.com/office/drawing/2014/main" id="{D56A5061-3B1A-4BBC-84CF-DA0A8758AE43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48EB64AD-0C0A-4AA4-A0BE-A2B499DF51D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28FE5305-BA48-4269-9A0B-883A99CCDD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E1B6BC6C-BACD-4781-B574-17ADB5AB788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64A92348-5900-4306-8FB3-4943F0BF27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F37659EA-DC3E-4468-9D30-626407C246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3D3CEB3A-B367-47A2-908A-49D2A4B02C6C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471B0D1E-94FC-4DD0-B26C-90A0A1627660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D961B306-515E-42F1-8FCE-ED1D95EC943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2090A3FA-B296-451A-B528-CC7CEFAD76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950E69D8-8E42-40C5-8390-8A2CFFFCED3B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D5BBEA16-605E-422B-A439-6FF1F7BFC5D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C9FE3475-E411-483A-8EE7-F822211676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85359681-EABD-4E42-A09D-AE1865190F18}"/>
                  </a:ext>
                </a:extLst>
              </p:cNvPr>
              <p:cNvGrpSpPr/>
              <p:nvPr/>
            </p:nvGrpSpPr>
            <p:grpSpPr>
              <a:xfrm>
                <a:off x="7423078" y="4360680"/>
                <a:ext cx="3900353" cy="155096"/>
                <a:chOff x="2798496" y="4959070"/>
                <a:chExt cx="3900353" cy="155096"/>
              </a:xfrm>
            </p:grpSpPr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418B924B-D944-4C76-8258-8E7AEA1AC8E6}"/>
                    </a:ext>
                  </a:extLst>
                </p:cNvPr>
                <p:cNvGrpSpPr/>
                <p:nvPr/>
              </p:nvGrpSpPr>
              <p:grpSpPr>
                <a:xfrm>
                  <a:off x="2798496" y="4960418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58" name="Group 157">
                    <a:extLst>
                      <a:ext uri="{FF2B5EF4-FFF2-40B4-BE49-F238E27FC236}">
                        <a16:creationId xmlns:a16="http://schemas.microsoft.com/office/drawing/2014/main" id="{7ED3FABA-FA57-4B8B-800D-1C0079F03080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2" name="Straight Connector 161">
                      <a:extLst>
                        <a:ext uri="{FF2B5EF4-FFF2-40B4-BE49-F238E27FC236}">
                          <a16:creationId xmlns:a16="http://schemas.microsoft.com/office/drawing/2014/main" id="{E9CC2BD7-3491-4B77-9596-9147CD43F79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Straight Connector 162">
                      <a:extLst>
                        <a:ext uri="{FF2B5EF4-FFF2-40B4-BE49-F238E27FC236}">
                          <a16:creationId xmlns:a16="http://schemas.microsoft.com/office/drawing/2014/main" id="{756DBF65-100B-4C49-9C87-9A35E79186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9" name="Group 158">
                    <a:extLst>
                      <a:ext uri="{FF2B5EF4-FFF2-40B4-BE49-F238E27FC236}">
                        <a16:creationId xmlns:a16="http://schemas.microsoft.com/office/drawing/2014/main" id="{FC2EC9D9-C348-4FB5-B15D-D462571C167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C2EAD42B-A720-4AC2-91FE-13283A857E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Straight Connector 160">
                      <a:extLst>
                        <a:ext uri="{FF2B5EF4-FFF2-40B4-BE49-F238E27FC236}">
                          <a16:creationId xmlns:a16="http://schemas.microsoft.com/office/drawing/2014/main" id="{9E3C68E7-DB82-4AB2-A3C2-5444FFF475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A54D2A6B-19B2-4D54-A7BF-8E260CE1EA53}"/>
                    </a:ext>
                  </a:extLst>
                </p:cNvPr>
                <p:cNvGrpSpPr/>
                <p:nvPr/>
              </p:nvGrpSpPr>
              <p:grpSpPr>
                <a:xfrm>
                  <a:off x="4723044" y="4959070"/>
                  <a:ext cx="1975805" cy="153748"/>
                  <a:chOff x="2798496" y="4960418"/>
                  <a:chExt cx="1975805" cy="153748"/>
                </a:xfrm>
              </p:grpSpPr>
              <p:grpSp>
                <p:nvGrpSpPr>
                  <p:cNvPr id="152" name="Group 151">
                    <a:extLst>
                      <a:ext uri="{FF2B5EF4-FFF2-40B4-BE49-F238E27FC236}">
                        <a16:creationId xmlns:a16="http://schemas.microsoft.com/office/drawing/2014/main" id="{9C1290BB-1E5B-451A-B79D-5F1CAF56493D}"/>
                      </a:ext>
                    </a:extLst>
                  </p:cNvPr>
                  <p:cNvGrpSpPr/>
                  <p:nvPr/>
                </p:nvGrpSpPr>
                <p:grpSpPr>
                  <a:xfrm>
                    <a:off x="2799844" y="4961766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B4EAD48D-96E6-4FBB-9843-DA1B33E8CB3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45EE8FFB-5839-4CFE-9903-0BB0DAC8081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975FECAE-B9B1-4D9E-924A-E41CE9EE03A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98496" y="4960418"/>
                    <a:ext cx="1974457" cy="152400"/>
                    <a:chOff x="2799844" y="4961766"/>
                    <a:chExt cx="1974457" cy="152400"/>
                  </a:xfrm>
                </p:grpSpPr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3C798C5F-49BF-4E04-A86E-8ABF7D7BAC1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99844" y="5097982"/>
                      <a:ext cx="1974457" cy="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>
                      <a:extLst>
                        <a:ext uri="{FF2B5EF4-FFF2-40B4-BE49-F238E27FC236}">
                          <a16:creationId xmlns:a16="http://schemas.microsoft.com/office/drawing/2014/main" id="{86A99793-9167-42A0-898F-155CBD54F3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22771" y="4961766"/>
                      <a:ext cx="0" cy="152400"/>
                    </a:xfrm>
                    <a:prstGeom prst="line">
                      <a:avLst/>
                    </a:prstGeom>
                    <a:ln w="571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282AAAF2-5928-4D61-BDB3-ECCEA3E9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9468" y="2527381"/>
              <a:ext cx="1280063" cy="1280063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AC300BB-236B-4930-8588-575EB9C8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256" y="2615541"/>
              <a:ext cx="1193785" cy="1193785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1803D947-C2FE-424E-886E-7557524B1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9799" y="2615541"/>
              <a:ext cx="1193785" cy="1193785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3A31A892-61AB-45CF-8308-19190BC24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8417" y="2615541"/>
              <a:ext cx="1193785" cy="1193785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F97FDAD-6AF9-42EF-869C-262223A5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168" y="2601124"/>
              <a:ext cx="1019094" cy="1019094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962DACEC-6849-4C3E-8622-044097E4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324" y="2787673"/>
              <a:ext cx="1064792" cy="1064792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3060FB-C163-4E2E-9368-507A1E1FAE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7" y="169768"/>
            <a:ext cx="2286000" cy="2286000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BDAA59-A587-4F48-99FA-6234979875E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801" y="393070"/>
            <a:ext cx="1813405" cy="177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5350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/>
          <a:srcRect b="7792"/>
          <a:stretch/>
        </p:blipFill>
        <p:spPr>
          <a:xfrm>
            <a:off x="2806699" y="1124390"/>
            <a:ext cx="7264605" cy="4590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839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5761058" y="4147058"/>
            <a:ext cx="1358748" cy="2193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CDA9C3-7713-4F5F-9320-831001686CBC}"/>
              </a:ext>
            </a:extLst>
          </p:cNvPr>
          <p:cNvSpPr/>
          <p:nvPr/>
        </p:nvSpPr>
        <p:spPr>
          <a:xfrm>
            <a:off x="4087400" y="1794970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AEF8318-BF35-4CCD-B7DE-ACFFBD7B579C}"/>
              </a:ext>
            </a:extLst>
          </p:cNvPr>
          <p:cNvSpPr/>
          <p:nvPr/>
        </p:nvSpPr>
        <p:spPr>
          <a:xfrm>
            <a:off x="6369681" y="1795180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DDFC36E-E759-4DB9-A675-D35BCA89776D}"/>
              </a:ext>
            </a:extLst>
          </p:cNvPr>
          <p:cNvSpPr/>
          <p:nvPr/>
        </p:nvSpPr>
        <p:spPr>
          <a:xfrm>
            <a:off x="4094837" y="4088400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FFF4D2-9F74-4CD0-9C27-15D6BF601910}"/>
              </a:ext>
            </a:extLst>
          </p:cNvPr>
          <p:cNvSpPr/>
          <p:nvPr/>
        </p:nvSpPr>
        <p:spPr>
          <a:xfrm>
            <a:off x="6365967" y="4085563"/>
            <a:ext cx="2286000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2772055" y="2749590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Внешние</a:t>
            </a:r>
            <a:endParaRPr lang="ru-RU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6545BC-F9CD-4CB0-81BC-57E75D50CB0A}"/>
              </a:ext>
            </a:extLst>
          </p:cNvPr>
          <p:cNvSpPr txBox="1"/>
          <p:nvPr/>
        </p:nvSpPr>
        <p:spPr>
          <a:xfrm>
            <a:off x="2636601" y="523140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Внутренние</a:t>
            </a:r>
            <a:endParaRPr lang="ru-RU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4333103" y="1235400"/>
            <a:ext cx="147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Изменяемые</a:t>
            </a:r>
            <a:endParaRPr lang="ru-RU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7AF10-A2D2-46B6-A022-87ECB848E8B2}"/>
              </a:ext>
            </a:extLst>
          </p:cNvPr>
          <p:cNvSpPr txBox="1"/>
          <p:nvPr/>
        </p:nvSpPr>
        <p:spPr>
          <a:xfrm>
            <a:off x="6619109" y="1227968"/>
            <a:ext cx="1709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Неизменяемые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60AC9-65BB-47EA-84EC-90C31E0BF479}"/>
              </a:ext>
            </a:extLst>
          </p:cNvPr>
          <p:cNvSpPr txBox="1"/>
          <p:nvPr/>
        </p:nvSpPr>
        <p:spPr>
          <a:xfrm>
            <a:off x="5620052" y="216232"/>
            <a:ext cx="15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ДАННЫЕ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80100" y="1856540"/>
            <a:ext cx="1358748" cy="2193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5805237" y="1826060"/>
            <a:ext cx="1358748" cy="2193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5642508" y="2738139"/>
            <a:ext cx="153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Подменяются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5819180" y="4149550"/>
            <a:ext cx="1358748" cy="2193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4287019" y="4116578"/>
            <a:ext cx="2754608" cy="2193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6D6A4-AC9A-42BF-A611-F7DE5C13A50B}"/>
              </a:ext>
            </a:extLst>
          </p:cNvPr>
          <p:cNvSpPr txBox="1"/>
          <p:nvPr/>
        </p:nvSpPr>
        <p:spPr>
          <a:xfrm>
            <a:off x="5688690" y="5136488"/>
            <a:ext cx="13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Тестируются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76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361" y="885371"/>
            <a:ext cx="8173574" cy="52813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3392292" y="1409701"/>
            <a:ext cx="6456557" cy="533400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12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/>
          <p:nvPr/>
        </p:nvPicPr>
        <p:blipFill rotWithShape="1">
          <a:blip r:embed="rId3"/>
          <a:srcRect b="12776"/>
          <a:stretch/>
        </p:blipFill>
        <p:spPr>
          <a:xfrm>
            <a:off x="3125787" y="1094740"/>
            <a:ext cx="5940425" cy="407206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44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1532968" y="700764"/>
            <a:ext cx="9126064" cy="5456472"/>
            <a:chOff x="1532968" y="755642"/>
            <a:chExt cx="9126064" cy="5456472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1548581" y="4385187"/>
              <a:ext cx="9094839" cy="1826927"/>
            </a:xfrm>
            <a:prstGeom prst="rect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32968" y="5438669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Externals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grpSp>
          <p:nvGrpSpPr>
            <p:cNvPr id="5" name="Группа 4"/>
            <p:cNvGrpSpPr/>
            <p:nvPr/>
          </p:nvGrpSpPr>
          <p:grpSpPr>
            <a:xfrm>
              <a:off x="2283990" y="1650238"/>
              <a:ext cx="7624020" cy="4296698"/>
              <a:chOff x="2387230" y="1650238"/>
              <a:chExt cx="7624020" cy="4296698"/>
            </a:xfrm>
          </p:grpSpPr>
          <p:grpSp>
            <p:nvGrpSpPr>
              <p:cNvPr id="3" name="Группа 2"/>
              <p:cNvGrpSpPr/>
              <p:nvPr/>
            </p:nvGrpSpPr>
            <p:grpSpPr>
              <a:xfrm>
                <a:off x="2387230" y="1650238"/>
                <a:ext cx="7624020" cy="4296698"/>
                <a:chOff x="2399519" y="1560850"/>
                <a:chExt cx="7624020" cy="4296698"/>
              </a:xfrm>
            </p:grpSpPr>
            <p:sp>
              <p:nvSpPr>
                <p:cNvPr id="7" name="Прямоугольник 6"/>
                <p:cNvSpPr/>
                <p:nvPr/>
              </p:nvSpPr>
              <p:spPr>
                <a:xfrm>
                  <a:off x="5216460" y="1560850"/>
                  <a:ext cx="1995055" cy="997527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Программа</a:t>
                  </a:r>
                </a:p>
              </p:txBody>
            </p:sp>
            <p:sp>
              <p:nvSpPr>
                <p:cNvPr id="8" name="Прямоугольник 7"/>
                <p:cNvSpPr/>
                <p:nvPr/>
              </p:nvSpPr>
              <p:spPr>
                <a:xfrm>
                  <a:off x="8028484" y="4860021"/>
                  <a:ext cx="1995055" cy="99752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Реальные</a:t>
                  </a:r>
                </a:p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ист. данных</a:t>
                  </a:r>
                </a:p>
              </p:txBody>
            </p:sp>
            <p:cxnSp>
              <p:nvCxnSpPr>
                <p:cNvPr id="4" name="Соединительная линия уступом 3"/>
                <p:cNvCxnSpPr>
                  <a:stCxn id="7" idx="2"/>
                  <a:endCxn id="6" idx="0"/>
                </p:cNvCxnSpPr>
                <p:nvPr/>
              </p:nvCxnSpPr>
              <p:spPr>
                <a:xfrm rot="5400000">
                  <a:off x="5914998" y="2857367"/>
                  <a:ext cx="597981" cy="1"/>
                </a:xfrm>
                <a:prstGeom prst="bentConnector3">
                  <a:avLst>
                    <a:gd name="adj1" fmla="val 50000"/>
                  </a:avLst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Прямоугольник 5"/>
                <p:cNvSpPr/>
                <p:nvPr/>
              </p:nvSpPr>
              <p:spPr>
                <a:xfrm>
                  <a:off x="5216459" y="3156358"/>
                  <a:ext cx="1995055" cy="99752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&lt;&lt;interface&gt;&gt;</a:t>
                  </a:r>
                </a:p>
                <a:p>
                  <a:pPr algn="ctr"/>
                  <a:r>
                    <a:rPr lang="ru-RU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ист. данных</a:t>
                  </a:r>
                  <a:endParaRPr lang="ru-RU" dirty="0">
                    <a:solidFill>
                      <a:schemeClr val="tx1"/>
                    </a:solidFill>
                    <a:latin typeface="Roboto" panose="02000000000000000000" pitchFamily="2" charset="0"/>
                  </a:endParaRPr>
                </a:p>
              </p:txBody>
            </p:sp>
            <p:cxnSp>
              <p:nvCxnSpPr>
                <p:cNvPr id="9" name="Соединительная линия уступом 8"/>
                <p:cNvCxnSpPr>
                  <a:stCxn id="8" idx="0"/>
                  <a:endCxn id="6" idx="2"/>
                </p:cNvCxnSpPr>
                <p:nvPr/>
              </p:nvCxnSpPr>
              <p:spPr>
                <a:xfrm rot="16200000" flipV="1">
                  <a:off x="7266932" y="3100940"/>
                  <a:ext cx="706136" cy="2812025"/>
                </a:xfrm>
                <a:prstGeom prst="bentConnector3">
                  <a:avLst>
                    <a:gd name="adj1" fmla="val 50000"/>
                  </a:avLst>
                </a:prstGeom>
                <a:ln w="15875">
                  <a:solidFill>
                    <a:schemeClr val="tx1"/>
                  </a:solidFill>
                  <a:prstDash val="dash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Прямоугольник 9"/>
                <p:cNvSpPr/>
                <p:nvPr/>
              </p:nvSpPr>
              <p:spPr>
                <a:xfrm>
                  <a:off x="2399519" y="4860020"/>
                  <a:ext cx="1995055" cy="99752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Ист. данных подделки</a:t>
                  </a:r>
                </a:p>
              </p:txBody>
            </p:sp>
          </p:grpSp>
          <p:cxnSp>
            <p:nvCxnSpPr>
              <p:cNvPr id="15" name="Соединительная линия уступом 14"/>
              <p:cNvCxnSpPr/>
              <p:nvPr/>
            </p:nvCxnSpPr>
            <p:spPr>
              <a:xfrm rot="5400000" flipH="1" flipV="1">
                <a:off x="4442616" y="3194178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Прямоугольник 22"/>
          <p:cNvSpPr/>
          <p:nvPr/>
        </p:nvSpPr>
        <p:spPr>
          <a:xfrm>
            <a:off x="936913" y="637870"/>
            <a:ext cx="10318173" cy="5617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431" y="880378"/>
            <a:ext cx="3339565" cy="3339565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255" y="4269815"/>
            <a:ext cx="2041917" cy="204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6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8870597" y="2930237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Externals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449750" y="2930237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Core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28" name="Straight Connector 78">
            <a:extLst>
              <a:ext uri="{FF2B5EF4-FFF2-40B4-BE49-F238E27FC236}">
                <a16:creationId xmlns:a16="http://schemas.microsoft.com/office/drawing/2014/main" id="{7828F012-FB1C-4D5D-9294-7A867B80DD15}"/>
              </a:ext>
            </a:extLst>
          </p:cNvPr>
          <p:cNvCxnSpPr>
            <a:cxnSpLocks/>
          </p:cNvCxnSpPr>
          <p:nvPr/>
        </p:nvCxnSpPr>
        <p:spPr>
          <a:xfrm>
            <a:off x="6096000" y="780117"/>
            <a:ext cx="0" cy="548640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4293935" y="1872669"/>
            <a:ext cx="828648" cy="828648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654651" y="4457550"/>
            <a:ext cx="828648" cy="828648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3693400" y="1503337"/>
            <a:ext cx="2029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 smtClean="0">
                <a:latin typeface="Roboto" panose="02000000000000000000" pitchFamily="2" charset="0"/>
              </a:rPr>
              <a:t>getUserById</a:t>
            </a:r>
            <a:r>
              <a:rPr lang="en-US" dirty="0" smtClean="0">
                <a:latin typeface="Roboto" panose="02000000000000000000" pitchFamily="2" charset="0"/>
              </a:rPr>
              <a:t>(</a:t>
            </a:r>
            <a:r>
              <a:rPr lang="en-US" dirty="0" smtClean="0">
                <a:solidFill>
                  <a:srgbClr val="C00000"/>
                </a:solidFill>
                <a:latin typeface="Roboto" panose="02000000000000000000" pitchFamily="2" charset="0"/>
              </a:rPr>
              <a:t>100</a:t>
            </a:r>
            <a:r>
              <a:rPr lang="en-US" dirty="0" smtClean="0">
                <a:latin typeface="Roboto" panose="02000000000000000000" pitchFamily="2" charset="0"/>
              </a:rPr>
              <a:t>)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6398548" y="4133851"/>
            <a:ext cx="1330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Roboto" panose="02000000000000000000" pitchFamily="2" charset="0"/>
              </a:rPr>
              <a:t>User | null</a:t>
            </a:r>
            <a:endParaRPr lang="ru-RU" dirty="0">
              <a:solidFill>
                <a:srgbClr val="C0000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4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8870597" y="2930237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Externals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449750" y="2930237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Core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28" name="Straight Connector 78">
            <a:extLst>
              <a:ext uri="{FF2B5EF4-FFF2-40B4-BE49-F238E27FC236}">
                <a16:creationId xmlns:a16="http://schemas.microsoft.com/office/drawing/2014/main" id="{7828F012-FB1C-4D5D-9294-7A867B80DD15}"/>
              </a:ext>
            </a:extLst>
          </p:cNvPr>
          <p:cNvCxnSpPr>
            <a:cxnSpLocks/>
          </p:cNvCxnSpPr>
          <p:nvPr/>
        </p:nvCxnSpPr>
        <p:spPr>
          <a:xfrm>
            <a:off x="6096000" y="780117"/>
            <a:ext cx="0" cy="548640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4293935" y="1872669"/>
            <a:ext cx="828648" cy="828648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654651" y="4457550"/>
            <a:ext cx="828648" cy="828648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4070905" y="1503337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 smtClean="0">
                <a:latin typeface="Roboto" panose="02000000000000000000" pitchFamily="2" charset="0"/>
              </a:rPr>
              <a:t>getUsers</a:t>
            </a:r>
            <a:r>
              <a:rPr lang="en-US" dirty="0" smtClean="0">
                <a:latin typeface="Roboto" panose="02000000000000000000" pitchFamily="2" charset="0"/>
              </a:rPr>
              <a:t>()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6644607" y="4133851"/>
            <a:ext cx="838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Roboto" panose="02000000000000000000" pitchFamily="2" charset="0"/>
              </a:rPr>
              <a:t>User[]</a:t>
            </a:r>
            <a:endParaRPr lang="ru-RU" dirty="0">
              <a:solidFill>
                <a:srgbClr val="C0000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08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1342124" y="792301"/>
            <a:ext cx="3582752" cy="669065"/>
            <a:chOff x="1084672" y="1555781"/>
            <a:chExt cx="3582752" cy="669065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084672" y="1559871"/>
              <a:ext cx="9749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Core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7" name="Скругленная прямоугольная выноска 6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Прямоугольник 2"/>
            <p:cNvSpPr/>
            <p:nvPr/>
          </p:nvSpPr>
          <p:spPr>
            <a:xfrm>
              <a:off x="2230538" y="1705648"/>
              <a:ext cx="24368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(</a:t>
              </a:r>
              <a:r>
                <a:rPr lang="en-US" dirty="0" err="1" smtClean="0">
                  <a:latin typeface="Roboto" panose="02000000000000000000" pitchFamily="2" charset="0"/>
                </a:rPr>
                <a:t>getUserById</a:t>
              </a:r>
              <a:r>
                <a:rPr lang="en-US" dirty="0" smtClean="0">
                  <a:latin typeface="Roboto" panose="02000000000000000000" pitchFamily="2" charset="0"/>
                </a:rPr>
                <a:t>, “hello”)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" name="Группа 20"/>
          <p:cNvGrpSpPr/>
          <p:nvPr/>
        </p:nvGrpSpPr>
        <p:grpSpPr>
          <a:xfrm flipH="1">
            <a:off x="6279588" y="1885734"/>
            <a:ext cx="4189072" cy="669065"/>
            <a:chOff x="436193" y="1555781"/>
            <a:chExt cx="4189072" cy="669065"/>
          </a:xfrm>
        </p:grpSpPr>
        <p:sp>
          <p:nvSpPr>
            <p:cNvPr id="22" name="Прямоугольник 21"/>
            <p:cNvSpPr/>
            <p:nvPr/>
          </p:nvSpPr>
          <p:spPr>
            <a:xfrm>
              <a:off x="436193" y="1628703"/>
              <a:ext cx="172996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Externals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23" name="Скругленная прямоугольная выноска 22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3207564" y="1705648"/>
              <a:ext cx="4828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???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1398422" y="3030953"/>
            <a:ext cx="3540593" cy="669065"/>
            <a:chOff x="1084672" y="1555781"/>
            <a:chExt cx="3540593" cy="669065"/>
          </a:xfrm>
        </p:grpSpPr>
        <p:sp>
          <p:nvSpPr>
            <p:cNvPr id="27" name="Прямоугольник 26"/>
            <p:cNvSpPr/>
            <p:nvPr/>
          </p:nvSpPr>
          <p:spPr>
            <a:xfrm>
              <a:off x="1084672" y="1559871"/>
              <a:ext cx="9749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Core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32" name="Скругленная прямоугольная выноска 31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2527092" y="1705648"/>
              <a:ext cx="18437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(</a:t>
              </a:r>
              <a:r>
                <a:rPr lang="en-US" dirty="0" err="1" smtClean="0">
                  <a:latin typeface="Roboto" panose="02000000000000000000" pitchFamily="2" charset="0"/>
                </a:rPr>
                <a:t>getUsers</a:t>
              </a:r>
              <a:r>
                <a:rPr lang="en-US" dirty="0" smtClean="0">
                  <a:latin typeface="Roboto" panose="02000000000000000000" pitchFamily="2" charset="0"/>
                </a:rPr>
                <a:t>, void)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4" name="Группа 33"/>
          <p:cNvGrpSpPr/>
          <p:nvPr/>
        </p:nvGrpSpPr>
        <p:grpSpPr>
          <a:xfrm flipH="1">
            <a:off x="6279588" y="4062243"/>
            <a:ext cx="4189072" cy="669065"/>
            <a:chOff x="436193" y="1555781"/>
            <a:chExt cx="4189072" cy="669065"/>
          </a:xfrm>
        </p:grpSpPr>
        <p:sp>
          <p:nvSpPr>
            <p:cNvPr id="35" name="Прямоугольник 34"/>
            <p:cNvSpPr/>
            <p:nvPr/>
          </p:nvSpPr>
          <p:spPr>
            <a:xfrm>
              <a:off x="436193" y="1628703"/>
              <a:ext cx="172996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Externals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36" name="Скругленная прямоугольная выноска 35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2850091" y="1705648"/>
              <a:ext cx="11977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number[]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2" name="Группа 41"/>
          <p:cNvGrpSpPr/>
          <p:nvPr/>
        </p:nvGrpSpPr>
        <p:grpSpPr>
          <a:xfrm>
            <a:off x="1398422" y="5269605"/>
            <a:ext cx="3540593" cy="669065"/>
            <a:chOff x="1084672" y="1555781"/>
            <a:chExt cx="3540593" cy="669065"/>
          </a:xfrm>
        </p:grpSpPr>
        <p:sp>
          <p:nvSpPr>
            <p:cNvPr id="43" name="Прямоугольник 42"/>
            <p:cNvSpPr/>
            <p:nvPr/>
          </p:nvSpPr>
          <p:spPr>
            <a:xfrm>
              <a:off x="1084672" y="1559871"/>
              <a:ext cx="9749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Core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44" name="Скругленная прямоугольная выноска 43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/>
            <p:cNvSpPr/>
            <p:nvPr/>
          </p:nvSpPr>
          <p:spPr>
            <a:xfrm>
              <a:off x="3207567" y="1705648"/>
              <a:ext cx="4828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???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48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1532968" y="700764"/>
            <a:ext cx="9126064" cy="5456472"/>
            <a:chOff x="1532968" y="755642"/>
            <a:chExt cx="9126064" cy="5456472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1548581" y="4385187"/>
              <a:ext cx="9094839" cy="1826927"/>
            </a:xfrm>
            <a:prstGeom prst="rect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593690" y="755642"/>
              <a:ext cx="5004620" cy="3629544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32968" y="5438669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Externals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2968" y="824253"/>
              <a:ext cx="9126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Roboto" panose="02000000000000000000" pitchFamily="2" charset="0"/>
                  <a:ea typeface="Roboto" panose="02000000000000000000" pitchFamily="2" charset="0"/>
                </a:rPr>
                <a:t>Core</a:t>
              </a:r>
            </a:p>
          </p:txBody>
        </p:sp>
        <p:grpSp>
          <p:nvGrpSpPr>
            <p:cNvPr id="5" name="Группа 4"/>
            <p:cNvGrpSpPr/>
            <p:nvPr/>
          </p:nvGrpSpPr>
          <p:grpSpPr>
            <a:xfrm>
              <a:off x="2283990" y="1650238"/>
              <a:ext cx="7624020" cy="4296698"/>
              <a:chOff x="2387230" y="1650238"/>
              <a:chExt cx="7624020" cy="4296698"/>
            </a:xfrm>
          </p:grpSpPr>
          <p:grpSp>
            <p:nvGrpSpPr>
              <p:cNvPr id="3" name="Группа 2"/>
              <p:cNvGrpSpPr/>
              <p:nvPr/>
            </p:nvGrpSpPr>
            <p:grpSpPr>
              <a:xfrm>
                <a:off x="2387230" y="1650238"/>
                <a:ext cx="7624020" cy="4296698"/>
                <a:chOff x="2399519" y="1560850"/>
                <a:chExt cx="7624020" cy="4296698"/>
              </a:xfrm>
            </p:grpSpPr>
            <p:sp>
              <p:nvSpPr>
                <p:cNvPr id="7" name="Прямоугольник 6"/>
                <p:cNvSpPr/>
                <p:nvPr/>
              </p:nvSpPr>
              <p:spPr>
                <a:xfrm>
                  <a:off x="5216460" y="1560850"/>
                  <a:ext cx="1995055" cy="997527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Программа</a:t>
                  </a:r>
                </a:p>
              </p:txBody>
            </p:sp>
            <p:sp>
              <p:nvSpPr>
                <p:cNvPr id="8" name="Прямоугольник 7"/>
                <p:cNvSpPr/>
                <p:nvPr/>
              </p:nvSpPr>
              <p:spPr>
                <a:xfrm>
                  <a:off x="8028484" y="4860021"/>
                  <a:ext cx="1995055" cy="99752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Реальные</a:t>
                  </a:r>
                </a:p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ист. данных</a:t>
                  </a:r>
                </a:p>
              </p:txBody>
            </p:sp>
            <p:cxnSp>
              <p:nvCxnSpPr>
                <p:cNvPr id="4" name="Соединительная линия уступом 3"/>
                <p:cNvCxnSpPr>
                  <a:stCxn id="7" idx="2"/>
                  <a:endCxn id="6" idx="0"/>
                </p:cNvCxnSpPr>
                <p:nvPr/>
              </p:nvCxnSpPr>
              <p:spPr>
                <a:xfrm rot="5400000">
                  <a:off x="5914998" y="2857367"/>
                  <a:ext cx="597981" cy="1"/>
                </a:xfrm>
                <a:prstGeom prst="bentConnector3">
                  <a:avLst>
                    <a:gd name="adj1" fmla="val 50000"/>
                  </a:avLst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Прямоугольник 5"/>
                <p:cNvSpPr/>
                <p:nvPr/>
              </p:nvSpPr>
              <p:spPr>
                <a:xfrm>
                  <a:off x="5216459" y="3156358"/>
                  <a:ext cx="1995055" cy="997527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&lt;&lt;interface&gt;&gt;</a:t>
                  </a:r>
                </a:p>
                <a:p>
                  <a:pPr algn="ctr"/>
                  <a:r>
                    <a:rPr lang="ru-RU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ист. данных</a:t>
                  </a:r>
                  <a:endParaRPr lang="ru-RU" dirty="0">
                    <a:solidFill>
                      <a:schemeClr val="tx1"/>
                    </a:solidFill>
                    <a:latin typeface="Roboto" panose="02000000000000000000" pitchFamily="2" charset="0"/>
                  </a:endParaRPr>
                </a:p>
              </p:txBody>
            </p:sp>
            <p:cxnSp>
              <p:nvCxnSpPr>
                <p:cNvPr id="9" name="Соединительная линия уступом 8"/>
                <p:cNvCxnSpPr>
                  <a:stCxn id="8" idx="0"/>
                  <a:endCxn id="6" idx="2"/>
                </p:cNvCxnSpPr>
                <p:nvPr/>
              </p:nvCxnSpPr>
              <p:spPr>
                <a:xfrm rot="16200000" flipV="1">
                  <a:off x="7266932" y="3100940"/>
                  <a:ext cx="706136" cy="2812025"/>
                </a:xfrm>
                <a:prstGeom prst="bentConnector3">
                  <a:avLst>
                    <a:gd name="adj1" fmla="val 50000"/>
                  </a:avLst>
                </a:prstGeom>
                <a:ln w="15875">
                  <a:solidFill>
                    <a:schemeClr val="tx1"/>
                  </a:solidFill>
                  <a:prstDash val="dash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Прямоугольник 9"/>
                <p:cNvSpPr/>
                <p:nvPr/>
              </p:nvSpPr>
              <p:spPr>
                <a:xfrm>
                  <a:off x="2399519" y="4860020"/>
                  <a:ext cx="1995055" cy="99752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>
                      <a:solidFill>
                        <a:schemeClr val="tx1"/>
                      </a:solidFill>
                      <a:latin typeface="Roboto" panose="02000000000000000000" pitchFamily="2" charset="0"/>
                    </a:rPr>
                    <a:t>Ист. данных подделки</a:t>
                  </a:r>
                </a:p>
              </p:txBody>
            </p:sp>
          </p:grpSp>
          <p:cxnSp>
            <p:nvCxnSpPr>
              <p:cNvPr id="15" name="Соединительная линия уступом 14"/>
              <p:cNvCxnSpPr/>
              <p:nvPr/>
            </p:nvCxnSpPr>
            <p:spPr>
              <a:xfrm rot="5400000" flipH="1" flipV="1">
                <a:off x="4442616" y="3194178"/>
                <a:ext cx="706136" cy="2812025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prstDash val="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9441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1288858" y="1413738"/>
            <a:ext cx="3540593" cy="669065"/>
            <a:chOff x="1084672" y="1555781"/>
            <a:chExt cx="3540593" cy="669065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084672" y="1559871"/>
              <a:ext cx="9749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Core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7" name="Скругленная прямоугольная выноска 6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Прямоугольник 2"/>
            <p:cNvSpPr/>
            <p:nvPr/>
          </p:nvSpPr>
          <p:spPr>
            <a:xfrm>
              <a:off x="2622472" y="1705648"/>
              <a:ext cx="16530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(</a:t>
              </a:r>
              <a:r>
                <a:rPr lang="en-US" dirty="0" err="1">
                  <a:latin typeface="Roboto" panose="02000000000000000000" pitchFamily="2" charset="0"/>
                </a:rPr>
                <a:t>getUsers</a:t>
              </a:r>
              <a:r>
                <a:rPr lang="en-US" dirty="0" smtClean="0">
                  <a:latin typeface="Roboto" panose="02000000000000000000" pitchFamily="2" charset="0"/>
                </a:rPr>
                <a:t>, </a:t>
              </a:r>
              <a:r>
                <a:rPr lang="ru-RU" dirty="0" smtClean="0">
                  <a:latin typeface="Roboto" panose="02000000000000000000" pitchFamily="2" charset="0"/>
                </a:rPr>
                <a:t>99</a:t>
              </a:r>
              <a:r>
                <a:rPr lang="en-US" dirty="0" smtClean="0">
                  <a:latin typeface="Roboto" panose="02000000000000000000" pitchFamily="2" charset="0"/>
                </a:rPr>
                <a:t>)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" name="Группа 20"/>
          <p:cNvGrpSpPr/>
          <p:nvPr/>
        </p:nvGrpSpPr>
        <p:grpSpPr>
          <a:xfrm flipH="1">
            <a:off x="6226322" y="2507171"/>
            <a:ext cx="4189072" cy="669065"/>
            <a:chOff x="436193" y="1555781"/>
            <a:chExt cx="4189072" cy="669065"/>
          </a:xfrm>
        </p:grpSpPr>
        <p:sp>
          <p:nvSpPr>
            <p:cNvPr id="22" name="Прямоугольник 21"/>
            <p:cNvSpPr/>
            <p:nvPr/>
          </p:nvSpPr>
          <p:spPr>
            <a:xfrm>
              <a:off x="436193" y="1628703"/>
              <a:ext cx="172996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Externals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23" name="Скругленная прямоугольная выноска 22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3029626" y="1705648"/>
              <a:ext cx="8386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User[]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1345156" y="3652390"/>
            <a:ext cx="3540593" cy="669065"/>
            <a:chOff x="1084672" y="1555781"/>
            <a:chExt cx="3540593" cy="669065"/>
          </a:xfrm>
        </p:grpSpPr>
        <p:sp>
          <p:nvSpPr>
            <p:cNvPr id="27" name="Прямоугольник 26"/>
            <p:cNvSpPr/>
            <p:nvPr/>
          </p:nvSpPr>
          <p:spPr>
            <a:xfrm>
              <a:off x="1084672" y="1559871"/>
              <a:ext cx="9749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Core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32" name="Скругленная прямоугольная выноска 31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2556747" y="1705648"/>
              <a:ext cx="17844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Roboto" panose="02000000000000000000" pitchFamily="2" charset="0"/>
                </a:rPr>
                <a:t>(</a:t>
              </a:r>
              <a:r>
                <a:rPr lang="en-US" dirty="0" err="1">
                  <a:latin typeface="Roboto" panose="02000000000000000000" pitchFamily="2" charset="0"/>
                </a:rPr>
                <a:t>getUsers</a:t>
              </a:r>
              <a:r>
                <a:rPr lang="en-US" dirty="0">
                  <a:latin typeface="Roboto" panose="02000000000000000000" pitchFamily="2" charset="0"/>
                </a:rPr>
                <a:t>, </a:t>
              </a:r>
              <a:r>
                <a:rPr lang="en-US" dirty="0" smtClean="0">
                  <a:latin typeface="Roboto" panose="02000000000000000000" pitchFamily="2" charset="0"/>
                </a:rPr>
                <a:t>101)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4" name="Группа 33"/>
          <p:cNvGrpSpPr/>
          <p:nvPr/>
        </p:nvGrpSpPr>
        <p:grpSpPr>
          <a:xfrm flipH="1">
            <a:off x="6226322" y="4683680"/>
            <a:ext cx="4189072" cy="669065"/>
            <a:chOff x="436193" y="1555781"/>
            <a:chExt cx="4189072" cy="669065"/>
          </a:xfrm>
        </p:grpSpPr>
        <p:sp>
          <p:nvSpPr>
            <p:cNvPr id="35" name="Прямоугольник 34"/>
            <p:cNvSpPr/>
            <p:nvPr/>
          </p:nvSpPr>
          <p:spPr>
            <a:xfrm>
              <a:off x="436193" y="1628703"/>
              <a:ext cx="172996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 smtClean="0">
                  <a:latin typeface="Roboto" panose="02000000000000000000" pitchFamily="2" charset="0"/>
                </a:rPr>
                <a:t>Externals</a:t>
              </a:r>
              <a:endParaRPr lang="ru-RU" sz="2800" dirty="0">
                <a:latin typeface="Roboto" panose="02000000000000000000" pitchFamily="2" charset="0"/>
              </a:endParaRPr>
            </a:p>
          </p:txBody>
        </p:sp>
        <p:sp>
          <p:nvSpPr>
            <p:cNvPr id="36" name="Скругленная прямоугольная выноска 35"/>
            <p:cNvSpPr/>
            <p:nvPr/>
          </p:nvSpPr>
          <p:spPr>
            <a:xfrm>
              <a:off x="2269872" y="1555781"/>
              <a:ext cx="2355393" cy="669065"/>
            </a:xfrm>
            <a:prstGeom prst="wedgeRoundRectCallout">
              <a:avLst>
                <a:gd name="adj1" fmla="val -21210"/>
                <a:gd name="adj2" fmla="val 75769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3080921" y="1705648"/>
              <a:ext cx="7360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Roboto" panose="02000000000000000000" pitchFamily="2" charset="0"/>
                </a:rPr>
                <a:t>Error</a:t>
              </a:r>
              <a:endParaRPr lang="ru-RU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83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999933" y="1355551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Externals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01176" y="4199744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#0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99932" y="4199744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#1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798688" y="4199743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#2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2" name="Соединительная линия уступом 11"/>
          <p:cNvCxnSpPr>
            <a:stCxn id="9" idx="0"/>
            <a:endCxn id="20" idx="2"/>
          </p:cNvCxnSpPr>
          <p:nvPr/>
        </p:nvCxnSpPr>
        <p:spPr>
          <a:xfrm rot="5400000" flipH="1" flipV="1">
            <a:off x="3174749" y="1377033"/>
            <a:ext cx="1846666" cy="37987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11" idx="0"/>
            <a:endCxn id="20" idx="2"/>
          </p:cNvCxnSpPr>
          <p:nvPr/>
        </p:nvCxnSpPr>
        <p:spPr>
          <a:xfrm rot="16200000" flipV="1">
            <a:off x="6973507" y="1377033"/>
            <a:ext cx="1846665" cy="379875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0" idx="0"/>
            <a:endCxn id="20" idx="2"/>
          </p:cNvCxnSpPr>
          <p:nvPr/>
        </p:nvCxnSpPr>
        <p:spPr>
          <a:xfrm rot="5400000" flipH="1" flipV="1">
            <a:off x="5074127" y="3276411"/>
            <a:ext cx="1846666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4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4563123" y="1651247"/>
            <a:ext cx="3542190" cy="3542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817093" y="1788396"/>
            <a:ext cx="841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&lt;=100</a:t>
            </a:r>
            <a:endParaRPr lang="ru-RU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238088" y="2988361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014263" y="4009520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10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836009" y="316079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18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815811" y="2200695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101</a:t>
            </a:r>
            <a:endParaRPr lang="ru-RU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39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999933" y="1355551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Externals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01176" y="4199744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#0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99932" y="4199744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#1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798688" y="4199743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#2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2" name="Соединительная линия уступом 11"/>
          <p:cNvCxnSpPr>
            <a:stCxn id="9" idx="0"/>
            <a:endCxn id="20" idx="2"/>
          </p:cNvCxnSpPr>
          <p:nvPr/>
        </p:nvCxnSpPr>
        <p:spPr>
          <a:xfrm rot="5400000" flipH="1" flipV="1">
            <a:off x="3174749" y="1377033"/>
            <a:ext cx="1846666" cy="37987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11" idx="0"/>
            <a:endCxn id="20" idx="2"/>
          </p:cNvCxnSpPr>
          <p:nvPr/>
        </p:nvCxnSpPr>
        <p:spPr>
          <a:xfrm rot="16200000" flipV="1">
            <a:off x="6973507" y="1377033"/>
            <a:ext cx="1846665" cy="379875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0" idx="0"/>
            <a:endCxn id="20" idx="2"/>
          </p:cNvCxnSpPr>
          <p:nvPr/>
        </p:nvCxnSpPr>
        <p:spPr>
          <a:xfrm rot="5400000" flipH="1" flipV="1">
            <a:off x="5074127" y="3276411"/>
            <a:ext cx="1846666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6433536" y="3799945"/>
            <a:ext cx="931551" cy="931551"/>
            <a:chOff x="9455020" y="1203872"/>
            <a:chExt cx="931551" cy="931551"/>
          </a:xfrm>
        </p:grpSpPr>
        <p:sp>
          <p:nvSpPr>
            <p:cNvPr id="13" name="Овал 12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9499848" y="1484982"/>
              <a:ext cx="8418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Roboto" panose="02000000000000000000" pitchFamily="2" charset="0"/>
                </a:rPr>
                <a:t>&lt;=100</a:t>
              </a:r>
              <a:endParaRPr lang="ru-RU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5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999933" y="1355551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Externals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01176" y="4199744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#0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99932" y="4199744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#1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798688" y="4199743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#2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2" name="Соединительная линия уступом 11"/>
          <p:cNvCxnSpPr>
            <a:stCxn id="9" idx="0"/>
            <a:endCxn id="20" idx="2"/>
          </p:cNvCxnSpPr>
          <p:nvPr/>
        </p:nvCxnSpPr>
        <p:spPr>
          <a:xfrm rot="5400000" flipH="1" flipV="1">
            <a:off x="3174749" y="1377033"/>
            <a:ext cx="1846666" cy="37987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11" idx="0"/>
            <a:endCxn id="20" idx="2"/>
          </p:cNvCxnSpPr>
          <p:nvPr/>
        </p:nvCxnSpPr>
        <p:spPr>
          <a:xfrm rot="16200000" flipV="1">
            <a:off x="6973507" y="1377033"/>
            <a:ext cx="1846665" cy="379875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0" idx="0"/>
            <a:endCxn id="20" idx="2"/>
          </p:cNvCxnSpPr>
          <p:nvPr/>
        </p:nvCxnSpPr>
        <p:spPr>
          <a:xfrm rot="5400000" flipH="1" flipV="1">
            <a:off x="5074127" y="3276411"/>
            <a:ext cx="1846666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6433536" y="3799945"/>
            <a:ext cx="931551" cy="931551"/>
            <a:chOff x="9455020" y="1203872"/>
            <a:chExt cx="931551" cy="931551"/>
          </a:xfrm>
        </p:grpSpPr>
        <p:sp>
          <p:nvSpPr>
            <p:cNvPr id="13" name="Овал 12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9499848" y="1484982"/>
              <a:ext cx="8418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Roboto" panose="02000000000000000000" pitchFamily="2" charset="0"/>
                </a:rPr>
                <a:t>&lt;=100</a:t>
              </a:r>
              <a:endParaRPr lang="ru-RU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10277370" y="3767678"/>
            <a:ext cx="931551" cy="931551"/>
            <a:chOff x="9455020" y="1203872"/>
            <a:chExt cx="931551" cy="931551"/>
          </a:xfrm>
        </p:grpSpPr>
        <p:sp>
          <p:nvSpPr>
            <p:cNvPr id="19" name="Овал 18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rgbClr val="FFAFB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9499848" y="1484982"/>
              <a:ext cx="8418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Roboto" panose="02000000000000000000" pitchFamily="2" charset="0"/>
                </a:rPr>
                <a:t>&lt;=</a:t>
              </a:r>
              <a:r>
                <a:rPr lang="en-US" dirty="0" smtClean="0">
                  <a:solidFill>
                    <a:srgbClr val="FF0000"/>
                  </a:solidFill>
                  <a:latin typeface="Roboto" panose="02000000000000000000" pitchFamily="2" charset="0"/>
                </a:rPr>
                <a:t>101</a:t>
              </a:r>
              <a:endParaRPr lang="ru-RU" dirty="0">
                <a:solidFill>
                  <a:srgbClr val="FF0000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2800577" y="3799945"/>
            <a:ext cx="973343" cy="931551"/>
            <a:chOff x="9434125" y="1203872"/>
            <a:chExt cx="973343" cy="931551"/>
          </a:xfrm>
        </p:grpSpPr>
        <p:sp>
          <p:nvSpPr>
            <p:cNvPr id="23" name="Овал 22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rgbClr val="FFAFB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9434125" y="1484982"/>
              <a:ext cx="9733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Roboto" panose="02000000000000000000" pitchFamily="2" charset="0"/>
                </a:rPr>
                <a:t>&lt;=</a:t>
              </a:r>
              <a:r>
                <a:rPr lang="en-US" dirty="0" smtClean="0">
                  <a:solidFill>
                    <a:srgbClr val="FF0000"/>
                  </a:solidFill>
                  <a:latin typeface="Roboto" panose="02000000000000000000" pitchFamily="2" charset="0"/>
                </a:rPr>
                <a:t>1000</a:t>
              </a:r>
              <a:endParaRPr lang="ru-RU" dirty="0">
                <a:solidFill>
                  <a:srgbClr val="FF0000"/>
                </a:solidFill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39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4563123" y="1651247"/>
            <a:ext cx="3542190" cy="35421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817093" y="1788396"/>
            <a:ext cx="841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&lt;=100</a:t>
            </a:r>
            <a:endParaRPr lang="ru-RU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815811" y="2200695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101</a:t>
            </a:r>
            <a:endParaRPr lang="ru-RU" dirty="0">
              <a:latin typeface="Roboto" panose="02000000000000000000" pitchFamily="2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5316423" y="2476870"/>
            <a:ext cx="1955761" cy="1955761"/>
            <a:chOff x="2138920" y="1862974"/>
            <a:chExt cx="1955761" cy="1955761"/>
          </a:xfrm>
        </p:grpSpPr>
        <p:sp>
          <p:nvSpPr>
            <p:cNvPr id="8" name="Овал 7"/>
            <p:cNvSpPr/>
            <p:nvPr/>
          </p:nvSpPr>
          <p:spPr>
            <a:xfrm>
              <a:off x="2138920" y="1862974"/>
              <a:ext cx="1955761" cy="195576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2761574" y="2006354"/>
              <a:ext cx="7104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</a:rPr>
                <a:t>&lt;=</a:t>
              </a:r>
              <a:r>
                <a:rPr lang="ru-RU" dirty="0" smtClean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</a:rPr>
                <a:t>50</a:t>
              </a:r>
              <a:endParaRPr lang="ru-RU" dirty="0">
                <a:solidFill>
                  <a:schemeClr val="accent5">
                    <a:lumMod val="75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13" name="Прямоугольник 12"/>
          <p:cNvSpPr/>
          <p:nvPr/>
        </p:nvSpPr>
        <p:spPr>
          <a:xfrm>
            <a:off x="6010182" y="3730867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458146" y="347031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10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 flipH="1">
            <a:off x="6010182" y="3106329"/>
            <a:ext cx="447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Roboto" panose="02000000000000000000" pitchFamily="2" charset="0"/>
              </a:rPr>
              <a:t>18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404036" y="3394425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latin typeface="Roboto" panose="02000000000000000000" pitchFamily="2" charset="0"/>
              </a:rPr>
              <a:t>52</a:t>
            </a:r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369535" y="4478409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latin typeface="Roboto" panose="02000000000000000000" pitchFamily="2" charset="0"/>
              </a:rPr>
              <a:t>88</a:t>
            </a:r>
            <a:endParaRPr lang="ru-RU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78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999933" y="1355551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Externals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01176" y="4199744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#0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99932" y="4199744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#1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798688" y="4199743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#2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2" name="Соединительная линия уступом 11"/>
          <p:cNvCxnSpPr>
            <a:stCxn id="9" idx="0"/>
            <a:endCxn id="20" idx="2"/>
          </p:cNvCxnSpPr>
          <p:nvPr/>
        </p:nvCxnSpPr>
        <p:spPr>
          <a:xfrm rot="5400000" flipH="1" flipV="1">
            <a:off x="3174749" y="1377033"/>
            <a:ext cx="1846666" cy="37987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11" idx="0"/>
            <a:endCxn id="20" idx="2"/>
          </p:cNvCxnSpPr>
          <p:nvPr/>
        </p:nvCxnSpPr>
        <p:spPr>
          <a:xfrm rot="16200000" flipV="1">
            <a:off x="6973507" y="1377033"/>
            <a:ext cx="1846665" cy="379875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0" idx="0"/>
            <a:endCxn id="20" idx="2"/>
          </p:cNvCxnSpPr>
          <p:nvPr/>
        </p:nvCxnSpPr>
        <p:spPr>
          <a:xfrm rot="5400000" flipH="1" flipV="1">
            <a:off x="5074127" y="3276411"/>
            <a:ext cx="1846666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Группа 16"/>
          <p:cNvGrpSpPr/>
          <p:nvPr/>
        </p:nvGrpSpPr>
        <p:grpSpPr>
          <a:xfrm>
            <a:off x="10277370" y="3767678"/>
            <a:ext cx="931551" cy="931551"/>
            <a:chOff x="9455020" y="1203872"/>
            <a:chExt cx="931551" cy="931551"/>
          </a:xfrm>
        </p:grpSpPr>
        <p:sp>
          <p:nvSpPr>
            <p:cNvPr id="19" name="Овал 18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rgbClr val="FFAFB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9499848" y="1484982"/>
              <a:ext cx="8418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Roboto" panose="02000000000000000000" pitchFamily="2" charset="0"/>
                </a:rPr>
                <a:t>&lt;=</a:t>
              </a:r>
              <a:r>
                <a:rPr lang="en-US" dirty="0" smtClean="0">
                  <a:solidFill>
                    <a:srgbClr val="FF0000"/>
                  </a:solidFill>
                  <a:latin typeface="Roboto" panose="02000000000000000000" pitchFamily="2" charset="0"/>
                </a:rPr>
                <a:t>101</a:t>
              </a:r>
              <a:endParaRPr lang="ru-RU" dirty="0">
                <a:solidFill>
                  <a:srgbClr val="FF0000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2800577" y="3799945"/>
            <a:ext cx="973343" cy="931551"/>
            <a:chOff x="9434125" y="1203872"/>
            <a:chExt cx="973343" cy="931551"/>
          </a:xfrm>
        </p:grpSpPr>
        <p:sp>
          <p:nvSpPr>
            <p:cNvPr id="23" name="Овал 22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rgbClr val="FFAFB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9434125" y="1484982"/>
              <a:ext cx="9733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Roboto" panose="02000000000000000000" pitchFamily="2" charset="0"/>
                </a:rPr>
                <a:t>&lt;=</a:t>
              </a:r>
              <a:r>
                <a:rPr lang="en-US" dirty="0" smtClean="0">
                  <a:solidFill>
                    <a:srgbClr val="FF0000"/>
                  </a:solidFill>
                  <a:latin typeface="Roboto" panose="02000000000000000000" pitchFamily="2" charset="0"/>
                </a:rPr>
                <a:t>1000</a:t>
              </a:r>
              <a:endParaRPr lang="ru-RU" dirty="0">
                <a:solidFill>
                  <a:srgbClr val="FF0000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27" name="Овал 26"/>
          <p:cNvSpPr/>
          <p:nvPr/>
        </p:nvSpPr>
        <p:spPr>
          <a:xfrm>
            <a:off x="6506047" y="940804"/>
            <a:ext cx="977880" cy="97788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6639761" y="1245078"/>
            <a:ext cx="710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Roboto" panose="02000000000000000000" pitchFamily="2" charset="0"/>
              </a:rPr>
              <a:t>&lt;=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  <a:latin typeface="Roboto" panose="02000000000000000000" pitchFamily="2" charset="0"/>
              </a:rPr>
              <a:t>50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29" name="Группа 28"/>
          <p:cNvGrpSpPr/>
          <p:nvPr/>
        </p:nvGrpSpPr>
        <p:grpSpPr>
          <a:xfrm>
            <a:off x="6433536" y="3799945"/>
            <a:ext cx="931551" cy="931551"/>
            <a:chOff x="9455020" y="1203872"/>
            <a:chExt cx="931551" cy="931551"/>
          </a:xfrm>
        </p:grpSpPr>
        <p:sp>
          <p:nvSpPr>
            <p:cNvPr id="30" name="Овал 29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9499848" y="1484982"/>
              <a:ext cx="8418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Roboto" panose="02000000000000000000" pitchFamily="2" charset="0"/>
                </a:rPr>
                <a:t>&lt;=100</a:t>
              </a:r>
              <a:endParaRPr lang="ru-RU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999933" y="1355551"/>
            <a:ext cx="1995055" cy="997527"/>
          </a:xfrm>
          <a:prstGeom prst="rect">
            <a:avLst/>
          </a:prstGeom>
          <a:solidFill>
            <a:srgbClr val="7CAFD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</a:rPr>
              <a:t>Externals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01176" y="4199744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#0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999932" y="4199744"/>
            <a:ext cx="1995055" cy="997527"/>
          </a:xfrm>
          <a:prstGeom prst="rect">
            <a:avLst/>
          </a:prstGeom>
          <a:solidFill>
            <a:srgbClr val="F4B1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#1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798688" y="4199743"/>
            <a:ext cx="1995055" cy="997527"/>
          </a:xfrm>
          <a:prstGeom prst="rect">
            <a:avLst/>
          </a:prstGeom>
          <a:solidFill>
            <a:srgbClr val="FFAFB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Roboto" panose="02000000000000000000" pitchFamily="2" charset="0"/>
              </a:rPr>
              <a:t>Core #2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cxnSp>
        <p:nvCxnSpPr>
          <p:cNvPr id="12" name="Соединительная линия уступом 11"/>
          <p:cNvCxnSpPr>
            <a:stCxn id="9" idx="0"/>
            <a:endCxn id="20" idx="2"/>
          </p:cNvCxnSpPr>
          <p:nvPr/>
        </p:nvCxnSpPr>
        <p:spPr>
          <a:xfrm rot="5400000" flipH="1" flipV="1">
            <a:off x="3174749" y="1377033"/>
            <a:ext cx="1846666" cy="37987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>
            <a:stCxn id="11" idx="0"/>
            <a:endCxn id="20" idx="2"/>
          </p:cNvCxnSpPr>
          <p:nvPr/>
        </p:nvCxnSpPr>
        <p:spPr>
          <a:xfrm rot="16200000" flipV="1">
            <a:off x="6973507" y="1377033"/>
            <a:ext cx="1846665" cy="379875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0" idx="0"/>
            <a:endCxn id="20" idx="2"/>
          </p:cNvCxnSpPr>
          <p:nvPr/>
        </p:nvCxnSpPr>
        <p:spPr>
          <a:xfrm rot="5400000" flipH="1" flipV="1">
            <a:off x="5074127" y="3276411"/>
            <a:ext cx="1846666" cy="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Группа 16"/>
          <p:cNvGrpSpPr/>
          <p:nvPr/>
        </p:nvGrpSpPr>
        <p:grpSpPr>
          <a:xfrm>
            <a:off x="10277370" y="3767678"/>
            <a:ext cx="931551" cy="931551"/>
            <a:chOff x="9455020" y="1203872"/>
            <a:chExt cx="931551" cy="931551"/>
          </a:xfrm>
        </p:grpSpPr>
        <p:sp>
          <p:nvSpPr>
            <p:cNvPr id="19" name="Овал 18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rgbClr val="FFAFB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9499848" y="1484982"/>
              <a:ext cx="8418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Roboto" panose="02000000000000000000" pitchFamily="2" charset="0"/>
                </a:rPr>
                <a:t>&lt;=</a:t>
              </a:r>
              <a:r>
                <a:rPr lang="en-US" dirty="0" smtClean="0">
                  <a:solidFill>
                    <a:srgbClr val="FF0000"/>
                  </a:solidFill>
                  <a:latin typeface="Roboto" panose="02000000000000000000" pitchFamily="2" charset="0"/>
                </a:rPr>
                <a:t>101</a:t>
              </a:r>
              <a:endParaRPr lang="ru-RU" dirty="0">
                <a:solidFill>
                  <a:srgbClr val="FF0000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2800577" y="3799945"/>
            <a:ext cx="973343" cy="931551"/>
            <a:chOff x="9434125" y="1203872"/>
            <a:chExt cx="973343" cy="931551"/>
          </a:xfrm>
        </p:grpSpPr>
        <p:sp>
          <p:nvSpPr>
            <p:cNvPr id="23" name="Овал 22"/>
            <p:cNvSpPr/>
            <p:nvPr/>
          </p:nvSpPr>
          <p:spPr>
            <a:xfrm>
              <a:off x="9455020" y="1203872"/>
              <a:ext cx="931551" cy="931551"/>
            </a:xfrm>
            <a:prstGeom prst="ellipse">
              <a:avLst/>
            </a:prstGeom>
            <a:solidFill>
              <a:srgbClr val="FFAFB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9434125" y="1484982"/>
              <a:ext cx="9733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Roboto" panose="02000000000000000000" pitchFamily="2" charset="0"/>
                </a:rPr>
                <a:t>&lt;=</a:t>
              </a:r>
              <a:r>
                <a:rPr lang="en-US" dirty="0" smtClean="0">
                  <a:solidFill>
                    <a:srgbClr val="FF0000"/>
                  </a:solidFill>
                  <a:latin typeface="Roboto" panose="02000000000000000000" pitchFamily="2" charset="0"/>
                </a:rPr>
                <a:t>1000</a:t>
              </a:r>
              <a:endParaRPr lang="ru-RU" dirty="0">
                <a:solidFill>
                  <a:srgbClr val="FF0000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27" name="Овал 26"/>
          <p:cNvSpPr/>
          <p:nvPr/>
        </p:nvSpPr>
        <p:spPr>
          <a:xfrm>
            <a:off x="6430017" y="3753616"/>
            <a:ext cx="977880" cy="97788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6562009" y="4057890"/>
            <a:ext cx="710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Roboto" panose="02000000000000000000" pitchFamily="2" charset="0"/>
              </a:rPr>
              <a:t>&lt;=</a:t>
            </a:r>
            <a:r>
              <a:rPr lang="ru-RU" dirty="0" smtClean="0">
                <a:solidFill>
                  <a:schemeClr val="accent5">
                    <a:lumMod val="75000"/>
                  </a:schemeClr>
                </a:solidFill>
                <a:latin typeface="Roboto" panose="02000000000000000000" pitchFamily="2" charset="0"/>
              </a:rPr>
              <a:t>50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1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11836</TotalTime>
  <Words>4915</Words>
  <Application>Microsoft Office PowerPoint</Application>
  <PresentationFormat>Широкоэкранный</PresentationFormat>
  <Paragraphs>1020</Paragraphs>
  <Slides>162</Slides>
  <Notes>162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162</vt:i4>
      </vt:variant>
    </vt:vector>
  </HeadingPairs>
  <TitlesOfParts>
    <vt:vector size="170" baseType="lpstr">
      <vt:lpstr>Arial</vt:lpstr>
      <vt:lpstr>Calibri</vt:lpstr>
      <vt:lpstr>Calibri Light</vt:lpstr>
      <vt:lpstr>Roboto</vt:lpstr>
      <vt:lpstr>TTTravels-Bold</vt:lpstr>
      <vt:lpstr>TTTravels-DemiBold</vt:lpstr>
      <vt:lpstr>TTTravels-Regular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Khaimov</dc:creator>
  <cp:lastModifiedBy>Khaimov Roman</cp:lastModifiedBy>
  <cp:revision>1397</cp:revision>
  <dcterms:created xsi:type="dcterms:W3CDTF">2023-02-24T06:10:12Z</dcterms:created>
  <dcterms:modified xsi:type="dcterms:W3CDTF">2024-07-12T11:00:50Z</dcterms:modified>
</cp:coreProperties>
</file>